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4"/>
  </p:notesMasterIdLst>
  <p:sldIdLst>
    <p:sldId id="332" r:id="rId2"/>
    <p:sldId id="333" r:id="rId3"/>
  </p:sldIdLst>
  <p:sldSz cx="12192000" cy="6858000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46B6"/>
    <a:srgbClr val="FF6600"/>
    <a:srgbClr val="1B4540"/>
    <a:srgbClr val="006600"/>
    <a:srgbClr val="00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01" autoAdjust="0"/>
    <p:restoredTop sz="94688" autoAdjust="0"/>
  </p:normalViewPr>
  <p:slideViewPr>
    <p:cSldViewPr>
      <p:cViewPr varScale="1">
        <p:scale>
          <a:sx n="113" d="100"/>
          <a:sy n="113" d="100"/>
        </p:scale>
        <p:origin x="504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9439BC9D-BA60-E57F-3DB9-4EE4EDA060A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F94BEF80-8932-AD79-856B-2C888CADCCE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2B68461-136D-84A0-09CE-EC3BEEA37B2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1" name="Rectangle 5">
            <a:extLst>
              <a:ext uri="{FF2B5EF4-FFF2-40B4-BE49-F238E27FC236}">
                <a16:creationId xmlns:a16="http://schemas.microsoft.com/office/drawing/2014/main" id="{741B57A8-4579-5132-FF52-B76C46A343A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5542" name="Rectangle 6">
            <a:extLst>
              <a:ext uri="{FF2B5EF4-FFF2-40B4-BE49-F238E27FC236}">
                <a16:creationId xmlns:a16="http://schemas.microsoft.com/office/drawing/2014/main" id="{09EA7882-A13D-9FC7-740D-EE4591AD727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3" name="Rectangle 7">
            <a:extLst>
              <a:ext uri="{FF2B5EF4-FFF2-40B4-BE49-F238E27FC236}">
                <a16:creationId xmlns:a16="http://schemas.microsoft.com/office/drawing/2014/main" id="{631DC31E-B9BF-158C-46D9-18F51341C7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9877EF19-20D6-4B88-8E0E-BBD85F82F9E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>
            <a:extLst>
              <a:ext uri="{FF2B5EF4-FFF2-40B4-BE49-F238E27FC236}">
                <a16:creationId xmlns:a16="http://schemas.microsoft.com/office/drawing/2014/main" id="{FDAD1AC8-E619-BDFB-4012-0D2FE95B207A}"/>
              </a:ext>
            </a:extLst>
          </p:cNvPr>
          <p:cNvGrpSpPr>
            <a:grpSpLocks/>
          </p:cNvGrpSpPr>
          <p:nvPr/>
        </p:nvGrpSpPr>
        <p:grpSpPr bwMode="auto">
          <a:xfrm>
            <a:off x="10058400" y="6324600"/>
            <a:ext cx="2032000" cy="152400"/>
            <a:chOff x="0" y="4032"/>
            <a:chExt cx="5776" cy="87"/>
          </a:xfrm>
        </p:grpSpPr>
        <p:sp>
          <p:nvSpPr>
            <p:cNvPr id="3" name="Freeform 54">
              <a:extLst>
                <a:ext uri="{FF2B5EF4-FFF2-40B4-BE49-F238E27FC236}">
                  <a16:creationId xmlns:a16="http://schemas.microsoft.com/office/drawing/2014/main" id="{7766DFD5-FA9D-906F-4322-809BC87CFC8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3" y="4047"/>
              <a:ext cx="1733" cy="72"/>
            </a:xfrm>
            <a:custGeom>
              <a:avLst/>
              <a:gdLst>
                <a:gd name="T0" fmla="*/ 165 w 1735"/>
                <a:gd name="T1" fmla="*/ 6 h 72"/>
                <a:gd name="T2" fmla="*/ 433 w 1735"/>
                <a:gd name="T3" fmla="*/ 3 h 72"/>
                <a:gd name="T4" fmla="*/ 667 w 1735"/>
                <a:gd name="T5" fmla="*/ 12 h 72"/>
                <a:gd name="T6" fmla="*/ 910 w 1735"/>
                <a:gd name="T7" fmla="*/ 24 h 72"/>
                <a:gd name="T8" fmla="*/ 1126 w 1735"/>
                <a:gd name="T9" fmla="*/ 24 h 72"/>
                <a:gd name="T10" fmla="*/ 1379 w 1735"/>
                <a:gd name="T11" fmla="*/ 15 h 72"/>
                <a:gd name="T12" fmla="*/ 1523 w 1735"/>
                <a:gd name="T13" fmla="*/ 0 h 72"/>
                <a:gd name="T14" fmla="*/ 1625 w 1735"/>
                <a:gd name="T15" fmla="*/ 15 h 72"/>
                <a:gd name="T16" fmla="*/ 1622 w 1735"/>
                <a:gd name="T17" fmla="*/ 66 h 72"/>
                <a:gd name="T18" fmla="*/ 1538 w 1735"/>
                <a:gd name="T19" fmla="*/ 51 h 72"/>
                <a:gd name="T20" fmla="*/ 1313 w 1735"/>
                <a:gd name="T21" fmla="*/ 51 h 72"/>
                <a:gd name="T22" fmla="*/ 1144 w 1735"/>
                <a:gd name="T23" fmla="*/ 48 h 72"/>
                <a:gd name="T24" fmla="*/ 823 w 1735"/>
                <a:gd name="T25" fmla="*/ 60 h 72"/>
                <a:gd name="T26" fmla="*/ 445 w 1735"/>
                <a:gd name="T27" fmla="*/ 48 h 72"/>
                <a:gd name="T28" fmla="*/ 291 w 1735"/>
                <a:gd name="T29" fmla="*/ 27 h 72"/>
                <a:gd name="T30" fmla="*/ 21 w 1735"/>
                <a:gd name="T31" fmla="*/ 36 h 72"/>
                <a:gd name="T32" fmla="*/ 165 w 1735"/>
                <a:gd name="T33" fmla="*/ 6 h 7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endParaRPr lang="zh-CN" altLang="en-US" sz="4400"/>
            </a:p>
          </p:txBody>
        </p:sp>
        <p:sp>
          <p:nvSpPr>
            <p:cNvPr id="4" name="Freeform 55">
              <a:extLst>
                <a:ext uri="{FF2B5EF4-FFF2-40B4-BE49-F238E27FC236}">
                  <a16:creationId xmlns:a16="http://schemas.microsoft.com/office/drawing/2014/main" id="{F6C4C2B2-894F-126A-566D-C50336C063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" y="4038"/>
              <a:ext cx="2653" cy="60"/>
            </a:xfrm>
            <a:custGeom>
              <a:avLst/>
              <a:gdLst>
                <a:gd name="T0" fmla="*/ 2547 w 2655"/>
                <a:gd name="T1" fmla="*/ 6 h 60"/>
                <a:gd name="T2" fmla="*/ 2526 w 2655"/>
                <a:gd name="T3" fmla="*/ 30 h 60"/>
                <a:gd name="T4" fmla="*/ 2274 w 2655"/>
                <a:gd name="T5" fmla="*/ 45 h 60"/>
                <a:gd name="T6" fmla="*/ 1960 w 2655"/>
                <a:gd name="T7" fmla="*/ 60 h 60"/>
                <a:gd name="T8" fmla="*/ 1739 w 2655"/>
                <a:gd name="T9" fmla="*/ 48 h 60"/>
                <a:gd name="T10" fmla="*/ 1478 w 2655"/>
                <a:gd name="T11" fmla="*/ 36 h 60"/>
                <a:gd name="T12" fmla="*/ 1148 w 2655"/>
                <a:gd name="T13" fmla="*/ 45 h 60"/>
                <a:gd name="T14" fmla="*/ 770 w 2655"/>
                <a:gd name="T15" fmla="*/ 39 h 60"/>
                <a:gd name="T16" fmla="*/ 499 w 2655"/>
                <a:gd name="T17" fmla="*/ 27 h 60"/>
                <a:gd name="T18" fmla="*/ 136 w 2655"/>
                <a:gd name="T19" fmla="*/ 39 h 60"/>
                <a:gd name="T20" fmla="*/ 10 w 2655"/>
                <a:gd name="T21" fmla="*/ 33 h 60"/>
                <a:gd name="T22" fmla="*/ 76 w 2655"/>
                <a:gd name="T23" fmla="*/ 24 h 60"/>
                <a:gd name="T24" fmla="*/ 310 w 2655"/>
                <a:gd name="T25" fmla="*/ 18 h 60"/>
                <a:gd name="T26" fmla="*/ 544 w 2655"/>
                <a:gd name="T27" fmla="*/ 0 h 60"/>
                <a:gd name="T28" fmla="*/ 806 w 2655"/>
                <a:gd name="T29" fmla="*/ 21 h 60"/>
                <a:gd name="T30" fmla="*/ 1067 w 2655"/>
                <a:gd name="T31" fmla="*/ 21 h 60"/>
                <a:gd name="T32" fmla="*/ 1352 w 2655"/>
                <a:gd name="T33" fmla="*/ 3 h 60"/>
                <a:gd name="T34" fmla="*/ 1541 w 2655"/>
                <a:gd name="T35" fmla="*/ 9 h 60"/>
                <a:gd name="T36" fmla="*/ 1760 w 2655"/>
                <a:gd name="T37" fmla="*/ 21 h 60"/>
                <a:gd name="T38" fmla="*/ 1966 w 2655"/>
                <a:gd name="T39" fmla="*/ 12 h 60"/>
                <a:gd name="T40" fmla="*/ 2196 w 2655"/>
                <a:gd name="T41" fmla="*/ 18 h 60"/>
                <a:gd name="T42" fmla="*/ 2502 w 2655"/>
                <a:gd name="T43" fmla="*/ 3 h 60"/>
                <a:gd name="T44" fmla="*/ 2547 w 2655"/>
                <a:gd name="T45" fmla="*/ 6 h 6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endParaRPr lang="zh-CN" altLang="en-US" sz="4400"/>
            </a:p>
          </p:txBody>
        </p:sp>
        <p:sp>
          <p:nvSpPr>
            <p:cNvPr id="5" name="Freeform 56">
              <a:extLst>
                <a:ext uri="{FF2B5EF4-FFF2-40B4-BE49-F238E27FC236}">
                  <a16:creationId xmlns:a16="http://schemas.microsoft.com/office/drawing/2014/main" id="{98E880D1-B74D-EDC5-989B-C6090039AA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4032"/>
              <a:ext cx="2040" cy="62"/>
            </a:xfrm>
            <a:custGeom>
              <a:avLst/>
              <a:gdLst>
                <a:gd name="T0" fmla="*/ 1846 w 2041"/>
                <a:gd name="T1" fmla="*/ 39 h 62"/>
                <a:gd name="T2" fmla="*/ 1531 w 2041"/>
                <a:gd name="T3" fmla="*/ 45 h 62"/>
                <a:gd name="T4" fmla="*/ 1011 w 2041"/>
                <a:gd name="T5" fmla="*/ 60 h 62"/>
                <a:gd name="T6" fmla="*/ 438 w 2041"/>
                <a:gd name="T7" fmla="*/ 57 h 62"/>
                <a:gd name="T8" fmla="*/ 0 w 2041"/>
                <a:gd name="T9" fmla="*/ 36 h 62"/>
                <a:gd name="T10" fmla="*/ 0 w 2041"/>
                <a:gd name="T11" fmla="*/ 3 h 62"/>
                <a:gd name="T12" fmla="*/ 210 w 2041"/>
                <a:gd name="T13" fmla="*/ 18 h 62"/>
                <a:gd name="T14" fmla="*/ 474 w 2041"/>
                <a:gd name="T15" fmla="*/ 21 h 62"/>
                <a:gd name="T16" fmla="*/ 678 w 2041"/>
                <a:gd name="T17" fmla="*/ 9 h 62"/>
                <a:gd name="T18" fmla="*/ 897 w 2041"/>
                <a:gd name="T19" fmla="*/ 9 h 62"/>
                <a:gd name="T20" fmla="*/ 1120 w 2041"/>
                <a:gd name="T21" fmla="*/ 30 h 62"/>
                <a:gd name="T22" fmla="*/ 1453 w 2041"/>
                <a:gd name="T23" fmla="*/ 24 h 62"/>
                <a:gd name="T24" fmla="*/ 1711 w 2041"/>
                <a:gd name="T25" fmla="*/ 3 h 62"/>
                <a:gd name="T26" fmla="*/ 1891 w 2041"/>
                <a:gd name="T27" fmla="*/ 18 h 62"/>
                <a:gd name="T28" fmla="*/ 1987 w 2041"/>
                <a:gd name="T29" fmla="*/ 33 h 62"/>
                <a:gd name="T30" fmla="*/ 1846 w 2041"/>
                <a:gd name="T31" fmla="*/ 39 h 6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endParaRPr lang="zh-CN" altLang="en-US" sz="4400"/>
            </a:p>
          </p:txBody>
        </p:sp>
      </p:grpSp>
      <p:sp>
        <p:nvSpPr>
          <p:cNvPr id="6" name="Rectangle 58">
            <a:extLst>
              <a:ext uri="{FF2B5EF4-FFF2-40B4-BE49-F238E27FC236}">
                <a16:creationId xmlns:a16="http://schemas.microsoft.com/office/drawing/2014/main" id="{CD376598-4F73-FEA0-674F-EB083D7A0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914400"/>
            <a:ext cx="11582400" cy="5334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SzPct val="90000"/>
              <a:defRPr/>
            </a:pPr>
            <a:endParaRPr lang="zh-CN" altLang="en-US" sz="2000" b="0">
              <a:solidFill>
                <a:schemeClr val="tx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7" name="Group 62">
            <a:extLst>
              <a:ext uri="{FF2B5EF4-FFF2-40B4-BE49-F238E27FC236}">
                <a16:creationId xmlns:a16="http://schemas.microsoft.com/office/drawing/2014/main" id="{61165EAE-1577-C7A7-7B61-A6E16AEE2D76}"/>
              </a:ext>
            </a:extLst>
          </p:cNvPr>
          <p:cNvGrpSpPr>
            <a:grpSpLocks/>
          </p:cNvGrpSpPr>
          <p:nvPr/>
        </p:nvGrpSpPr>
        <p:grpSpPr bwMode="auto">
          <a:xfrm>
            <a:off x="78317" y="14288"/>
            <a:ext cx="12012083" cy="900112"/>
            <a:chOff x="0" y="1536"/>
            <a:chExt cx="5675" cy="663"/>
          </a:xfrm>
        </p:grpSpPr>
        <p:grpSp>
          <p:nvGrpSpPr>
            <p:cNvPr id="8" name="Group 63">
              <a:extLst>
                <a:ext uri="{FF2B5EF4-FFF2-40B4-BE49-F238E27FC236}">
                  <a16:creationId xmlns:a16="http://schemas.microsoft.com/office/drawing/2014/main" id="{717A2AC0-3624-58BA-4EA5-02E8D030AA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5" name="Rectangle 64">
                <a:extLst>
                  <a:ext uri="{FF2B5EF4-FFF2-40B4-BE49-F238E27FC236}">
                    <a16:creationId xmlns:a16="http://schemas.microsoft.com/office/drawing/2014/main" id="{53DCBD91-EAF3-D6EC-C1ED-CD3204556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4400"/>
              </a:p>
            </p:txBody>
          </p:sp>
          <p:sp>
            <p:nvSpPr>
              <p:cNvPr id="16" name="Rectangle 65">
                <a:extLst>
                  <a:ext uri="{FF2B5EF4-FFF2-40B4-BE49-F238E27FC236}">
                    <a16:creationId xmlns:a16="http://schemas.microsoft.com/office/drawing/2014/main" id="{FD1C0990-6850-73A3-C784-B45A6CC10E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4400"/>
              </a:p>
            </p:txBody>
          </p:sp>
        </p:grpSp>
        <p:grpSp>
          <p:nvGrpSpPr>
            <p:cNvPr id="9" name="Group 66">
              <a:extLst>
                <a:ext uri="{FF2B5EF4-FFF2-40B4-BE49-F238E27FC236}">
                  <a16:creationId xmlns:a16="http://schemas.microsoft.com/office/drawing/2014/main" id="{9143F4C3-C119-38FE-CEDA-34610AF9BF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3" name="Rectangle 67">
                <a:extLst>
                  <a:ext uri="{FF2B5EF4-FFF2-40B4-BE49-F238E27FC236}">
                    <a16:creationId xmlns:a16="http://schemas.microsoft.com/office/drawing/2014/main" id="{FE88D82F-06F5-34AD-7BE6-93078007C1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2"/>
                <a:ext cx="384" cy="42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4400"/>
              </a:p>
            </p:txBody>
          </p:sp>
          <p:sp>
            <p:nvSpPr>
              <p:cNvPr id="14" name="Rectangle 68">
                <a:extLst>
                  <a:ext uri="{FF2B5EF4-FFF2-40B4-BE49-F238E27FC236}">
                    <a16:creationId xmlns:a16="http://schemas.microsoft.com/office/drawing/2014/main" id="{1F93AFA7-ADA7-3550-C671-68417F9888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2"/>
                <a:ext cx="335" cy="426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4400"/>
              </a:p>
            </p:txBody>
          </p:sp>
        </p:grpSp>
        <p:sp>
          <p:nvSpPr>
            <p:cNvPr id="10" name="Rectangle 69">
              <a:extLst>
                <a:ext uri="{FF2B5EF4-FFF2-40B4-BE49-F238E27FC236}">
                  <a16:creationId xmlns:a16="http://schemas.microsoft.com/office/drawing/2014/main" id="{D6F6C8AE-65C9-197D-7B31-5F8A470D3C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4400"/>
            </a:p>
          </p:txBody>
        </p:sp>
        <p:sp>
          <p:nvSpPr>
            <p:cNvPr id="11" name="Rectangle 70">
              <a:extLst>
                <a:ext uri="{FF2B5EF4-FFF2-40B4-BE49-F238E27FC236}">
                  <a16:creationId xmlns:a16="http://schemas.microsoft.com/office/drawing/2014/main" id="{60BE9BF3-3216-3D1F-5927-F6C13E613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4400"/>
            </a:p>
          </p:txBody>
        </p:sp>
        <p:sp>
          <p:nvSpPr>
            <p:cNvPr id="12" name="Rectangle 71">
              <a:extLst>
                <a:ext uri="{FF2B5EF4-FFF2-40B4-BE49-F238E27FC236}">
                  <a16:creationId xmlns:a16="http://schemas.microsoft.com/office/drawing/2014/main" id="{FEDF362F-EBA6-6A99-91E2-ED907BF5AFF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4400"/>
            </a:p>
          </p:txBody>
        </p:sp>
      </p:grpSp>
      <p:sp>
        <p:nvSpPr>
          <p:cNvPr id="17" name="Rectangle 59">
            <a:extLst>
              <a:ext uri="{FF2B5EF4-FFF2-40B4-BE49-F238E27FC236}">
                <a16:creationId xmlns:a16="http://schemas.microsoft.com/office/drawing/2014/main" id="{F74243CE-773F-1C63-6675-53C0FB1ABB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Rectangle 60">
            <a:extLst>
              <a:ext uri="{FF2B5EF4-FFF2-40B4-BE49-F238E27FC236}">
                <a16:creationId xmlns:a16="http://schemas.microsoft.com/office/drawing/2014/main" id="{CF4A057D-5A20-04AD-62DD-171A0F5128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61">
            <a:extLst>
              <a:ext uri="{FF2B5EF4-FFF2-40B4-BE49-F238E27FC236}">
                <a16:creationId xmlns:a16="http://schemas.microsoft.com/office/drawing/2014/main" id="{E381C3F0-1E45-83F6-1D23-4093C6E430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3D4618-D1C5-46AF-B4D6-6223F8F7FF4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0087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914400"/>
            <a:ext cx="11582400" cy="5334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7E2FE59C-3F6A-8220-F2E3-C255402CDE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57587B78-E0A8-6FD1-FF74-4B164A57B8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185AE0C8-3D43-8DE0-9996-983020102F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892B2F-16DA-43C2-AFF9-3BF8E519092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5274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5C179F7B-5BB8-2BEE-60D7-884D012681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9D76861B-2B98-11F9-E3E9-4D9AA8E0A5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194548D4-6584-CE70-5AAA-D02A75FBCC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D39CA0-A5AB-49F9-89B8-E166347A43F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8158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914400"/>
            <a:ext cx="5689600" cy="5334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689600" cy="5334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850CE549-82F2-E6B5-DAE6-B2FD37E6E8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2E714A26-C0EF-AABC-1B6A-5491E709C3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45555FFB-0ECF-071B-EC6A-2FF931085B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535067-97BB-4EB9-952A-C25363EE3FB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4535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0">
            <a:extLst>
              <a:ext uri="{FF2B5EF4-FFF2-40B4-BE49-F238E27FC236}">
                <a16:creationId xmlns:a16="http://schemas.microsoft.com/office/drawing/2014/main" id="{846F7A47-1380-BEC8-40B3-E405AA0BC2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1403EECD-99C1-AC64-0F36-D97F01BCFD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>
            <a:extLst>
              <a:ext uri="{FF2B5EF4-FFF2-40B4-BE49-F238E27FC236}">
                <a16:creationId xmlns:a16="http://schemas.microsoft.com/office/drawing/2014/main" id="{AFB71B55-B952-26F1-8C84-272B87DB37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F27F7-B88D-47BE-9AFC-65EA6C23000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6644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0">
            <a:extLst>
              <a:ext uri="{FF2B5EF4-FFF2-40B4-BE49-F238E27FC236}">
                <a16:creationId xmlns:a16="http://schemas.microsoft.com/office/drawing/2014/main" id="{19D438A1-6A65-8F1B-8699-E9DA6F7DEB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>
            <a:extLst>
              <a:ext uri="{FF2B5EF4-FFF2-40B4-BE49-F238E27FC236}">
                <a16:creationId xmlns:a16="http://schemas.microsoft.com/office/drawing/2014/main" id="{0ED73CDD-1833-3545-D2FB-D8D05F8714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>
            <a:extLst>
              <a:ext uri="{FF2B5EF4-FFF2-40B4-BE49-F238E27FC236}">
                <a16:creationId xmlns:a16="http://schemas.microsoft.com/office/drawing/2014/main" id="{4FFAD6DC-2CB1-71DD-8B10-A6FDEC390F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9C1746-5BC5-4EFB-B248-4531C1D8AA6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1261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>
            <a:extLst>
              <a:ext uri="{FF2B5EF4-FFF2-40B4-BE49-F238E27FC236}">
                <a16:creationId xmlns:a16="http://schemas.microsoft.com/office/drawing/2014/main" id="{67D2A905-172D-CDC5-A5EC-C1B4FFA1D5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>
            <a:extLst>
              <a:ext uri="{FF2B5EF4-FFF2-40B4-BE49-F238E27FC236}">
                <a16:creationId xmlns:a16="http://schemas.microsoft.com/office/drawing/2014/main" id="{C669A083-A034-C872-A76E-2147945168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>
            <a:extLst>
              <a:ext uri="{FF2B5EF4-FFF2-40B4-BE49-F238E27FC236}">
                <a16:creationId xmlns:a16="http://schemas.microsoft.com/office/drawing/2014/main" id="{F00AC6B0-9CB9-51C8-EADE-AFEAFA92CF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4091A9-6056-4F37-B4D2-3262E1DBAA9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429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C59642D8-26D9-1AB9-5F31-CE65A1E8BD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D89A043D-C0A1-6265-2DED-D86AB3455F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20BFC371-6B7D-D6E1-23A3-DB8DF0047C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D4EA47-DD3F-4347-9EC9-C7D8B7B362D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5701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3522F8DC-00F3-BC0F-7668-7EC2F1A5FD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4F1D5B11-E3B9-C626-B7A6-0677C03AD6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CD325ADE-66D6-8DBE-5E13-EE9E968A76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6E7ED0-AF8E-465A-B5B0-675EA77E9EE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8742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914400"/>
            <a:ext cx="11582400" cy="53340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C2404385-E27B-D0A2-CDFA-6662E5C870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E6551E95-52AC-597A-7D19-90CA417C33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329EF816-8D00-0D72-DA2B-961481F3B6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2ED270-5451-48BA-9EF4-ED3F2D27C1D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1749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91600" y="0"/>
            <a:ext cx="2895600" cy="62484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0"/>
            <a:ext cx="8483600" cy="62484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455FB89E-5BEA-5434-9F94-ED6C31D7D4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BC6F8F7E-FB41-AF27-12F3-16282B6298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39006CDC-DAED-8909-CA26-A5EE46CDEF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64EA92-F2C6-4804-987B-DBC42E7447E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6062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304800" y="914400"/>
            <a:ext cx="5689600" cy="5334000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97600" y="914400"/>
            <a:ext cx="5689600" cy="5334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2B906C27-1890-9D64-A0D7-AB4C187C74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B510EAF5-561D-CC51-D2E2-C9BF6651D0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1356C885-C2A5-6A8E-B535-7D774C25BE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09B469-C23B-4BB4-8BC6-69BA5201869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67013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04800" y="914400"/>
            <a:ext cx="5689600" cy="5334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6197600" y="914400"/>
            <a:ext cx="5689600" cy="5334000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6F447F99-BEC2-AE43-6CCD-158C14CB7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E99EE707-93EF-B0E3-B66B-912F290C3B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657CB503-2402-0BF5-E634-EC60635195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E02B4E-C52A-4AD8-B262-C70266062AE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7538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B94EEBB-497B-4161-5FE4-74318D4F014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83432" y="404664"/>
            <a:ext cx="10969219" cy="0"/>
          </a:xfrm>
          <a:prstGeom prst="line">
            <a:avLst/>
          </a:prstGeom>
          <a:ln w="19050">
            <a:solidFill>
              <a:srgbClr val="1B454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259CF00F-1381-29C7-9EF6-F771AC3011A7}"/>
              </a:ext>
            </a:extLst>
          </p:cNvPr>
          <p:cNvSpPr txBox="1"/>
          <p:nvPr userDrawn="1"/>
        </p:nvSpPr>
        <p:spPr>
          <a:xfrm>
            <a:off x="3383699" y="4554"/>
            <a:ext cx="45125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zh-CN" altLang="en-US" sz="2000" b="0" baseline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软 件 工 程 初 级 实 训                      </a:t>
            </a:r>
            <a:r>
              <a:rPr lang="zh-CN" altLang="en-US" sz="2000" b="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7D64FDE-185F-DA43-C3AC-F09B9168BA4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873979378"/>
              </p:ext>
            </p:extLst>
          </p:nvPr>
        </p:nvGraphicFramePr>
        <p:xfrm>
          <a:off x="983432" y="436468"/>
          <a:ext cx="10969219" cy="298832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408890">
                  <a:extLst>
                    <a:ext uri="{9D8B030D-6E8A-4147-A177-3AD203B41FA5}">
                      <a16:colId xmlns:a16="http://schemas.microsoft.com/office/drawing/2014/main" val="3587195048"/>
                    </a:ext>
                  </a:extLst>
                </a:gridCol>
                <a:gridCol w="2415241">
                  <a:extLst>
                    <a:ext uri="{9D8B030D-6E8A-4147-A177-3AD203B41FA5}">
                      <a16:colId xmlns:a16="http://schemas.microsoft.com/office/drawing/2014/main" val="2569060442"/>
                    </a:ext>
                  </a:extLst>
                </a:gridCol>
                <a:gridCol w="1408890">
                  <a:extLst>
                    <a:ext uri="{9D8B030D-6E8A-4147-A177-3AD203B41FA5}">
                      <a16:colId xmlns:a16="http://schemas.microsoft.com/office/drawing/2014/main" val="3707107907"/>
                    </a:ext>
                  </a:extLst>
                </a:gridCol>
                <a:gridCol w="5736198">
                  <a:extLst>
                    <a:ext uri="{9D8B030D-6E8A-4147-A177-3AD203B41FA5}">
                      <a16:colId xmlns:a16="http://schemas.microsoft.com/office/drawing/2014/main" val="154298283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i="0" baseline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实验序号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0" i="0" baseline="0" dirty="0">
                        <a:latin typeface="微软雅黑 Light" panose="020B0502040204020203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i="0" baseline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实验内容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0" i="0" baseline="0" dirty="0">
                        <a:latin typeface="微软雅黑 Light" panose="020B0502040204020203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1460637390"/>
                  </a:ext>
                </a:extLst>
              </a:tr>
            </a:tbl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9AF4DCD2-945D-233E-6E7A-2DE75B258AF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03" y="60878"/>
            <a:ext cx="840282" cy="84784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9682E43-C675-B0A8-758A-D4FD717E90C1}"/>
              </a:ext>
            </a:extLst>
          </p:cNvPr>
          <p:cNvSpPr txBox="1"/>
          <p:nvPr userDrawn="1"/>
        </p:nvSpPr>
        <p:spPr>
          <a:xfrm>
            <a:off x="10918308" y="188641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实验指导任务书</a:t>
            </a:r>
            <a:endParaRPr lang="zh-CN" altLang="en-US" sz="1000" baseline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16" r:id="rId1"/>
    <p:sldLayoutId id="2147484504" r:id="rId2"/>
    <p:sldLayoutId id="2147484505" r:id="rId3"/>
    <p:sldLayoutId id="2147484506" r:id="rId4"/>
    <p:sldLayoutId id="2147484507" r:id="rId5"/>
    <p:sldLayoutId id="2147484508" r:id="rId6"/>
    <p:sldLayoutId id="2147484509" r:id="rId7"/>
    <p:sldLayoutId id="2147484510" r:id="rId8"/>
    <p:sldLayoutId id="2147484511" r:id="rId9"/>
    <p:sldLayoutId id="2147484512" r:id="rId10"/>
    <p:sldLayoutId id="2147484513" r:id="rId11"/>
    <p:sldLayoutId id="2147484514" r:id="rId12"/>
    <p:sldLayoutId id="2147484515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90000"/>
        <a:buBlip>
          <a:blip r:embed="rId16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7"/>
        </a:buBlip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Blip>
          <a:blip r:embed="rId18"/>
        </a:buBlip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Blip>
          <a:blip r:embed="rId19"/>
        </a:buBlip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3">
            <a:extLst>
              <a:ext uri="{FF2B5EF4-FFF2-40B4-BE49-F238E27FC236}">
                <a16:creationId xmlns:a16="http://schemas.microsoft.com/office/drawing/2014/main" id="{F630ACB1-1EE7-5DD6-F104-AACC1194A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1229734"/>
            <a:ext cx="11665295" cy="15511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innerShdw blurRad="114300">
              <a:schemeClr val="tx2"/>
            </a:innerShdw>
          </a:effec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None/>
              <a:defRPr/>
            </a:pPr>
            <a:r>
              <a:rPr kumimoji="0" lang="zh-CN" altLang="en-US" sz="1800" b="0" dirty="0">
                <a:solidFill>
                  <a:srgbClr val="C00000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栈</a:t>
            </a:r>
            <a:r>
              <a:rPr kumimoji="0" lang="zh-CN" altLang="en-US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可用于 </a:t>
            </a:r>
            <a:r>
              <a:rPr kumimoji="0" lang="zh-CN" altLang="en-US" sz="1600" b="0" dirty="0">
                <a:solidFill>
                  <a:srgbClr val="FF0000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多项表达式的计算</a:t>
            </a:r>
            <a:r>
              <a:rPr kumimoji="0" lang="zh-CN" altLang="en-US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。现考虑最简单的 </a:t>
            </a:r>
            <a:r>
              <a:rPr kumimoji="0"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+</a:t>
            </a:r>
            <a:r>
              <a:rPr kumimoji="0" lang="zh-CN" altLang="en-US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、</a:t>
            </a:r>
            <a:r>
              <a:rPr kumimoji="0"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-</a:t>
            </a:r>
            <a:r>
              <a:rPr kumimoji="0" lang="zh-CN" altLang="en-US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、*、</a:t>
            </a:r>
            <a:r>
              <a:rPr kumimoji="0"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/ </a:t>
            </a:r>
            <a:r>
              <a:rPr kumimoji="0" lang="zh-CN" altLang="en-US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四个运算符和结束符＝组成的算术表达式，只有 </a:t>
            </a:r>
            <a:r>
              <a:rPr kumimoji="0" lang="zh-CN" altLang="en-US" sz="1600" b="0" dirty="0">
                <a:solidFill>
                  <a:srgbClr val="FF0000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两个优先级</a:t>
            </a:r>
            <a:r>
              <a:rPr kumimoji="0" lang="zh-CN" altLang="en-US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，先</a:t>
            </a:r>
            <a:endParaRPr kumimoji="0" lang="en-US" altLang="zh-CN" sz="16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 eaLnBrk="1" hangingPunct="1">
              <a:buNone/>
              <a:defRPr/>
            </a:pPr>
            <a:r>
              <a:rPr kumimoji="0"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</a:t>
            </a:r>
            <a:r>
              <a:rPr kumimoji="0" lang="zh-CN" altLang="en-US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*</a:t>
            </a:r>
            <a:r>
              <a:rPr kumimoji="0"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/</a:t>
            </a:r>
            <a:r>
              <a:rPr kumimoji="0" lang="zh-CN" altLang="en-US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，后</a:t>
            </a:r>
            <a:r>
              <a:rPr kumimoji="0"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+-</a:t>
            </a:r>
            <a:r>
              <a:rPr kumimoji="0" lang="zh-CN" altLang="en-US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。设有：</a:t>
            </a:r>
            <a:r>
              <a:rPr kumimoji="0" lang="en-US" altLang="zh-CN" sz="16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a+b</a:t>
            </a:r>
            <a:r>
              <a:rPr kumimoji="0"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*c-d/e= </a:t>
            </a:r>
            <a:r>
              <a:rPr kumimoji="0" lang="zh-CN" altLang="en-US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为实现运算符的优先级，采用两个栈：一个</a:t>
            </a:r>
            <a:r>
              <a:rPr kumimoji="0" lang="zh-CN" altLang="en-US" sz="1600" b="0" dirty="0">
                <a:solidFill>
                  <a:srgbClr val="FF0000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数栈</a:t>
            </a:r>
            <a:r>
              <a:rPr kumimoji="0" lang="zh-CN" altLang="en-US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，一个</a:t>
            </a:r>
            <a:r>
              <a:rPr kumimoji="0" lang="zh-CN" altLang="en-US" sz="1600" b="0" dirty="0">
                <a:solidFill>
                  <a:srgbClr val="FF0000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运算符栈</a:t>
            </a:r>
            <a:r>
              <a:rPr kumimoji="0" lang="zh-CN" altLang="en-US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。数栈暂存 </a:t>
            </a:r>
            <a:r>
              <a:rPr kumimoji="0" lang="zh-CN" altLang="en-US" sz="1600" b="0" dirty="0">
                <a:solidFill>
                  <a:srgbClr val="FF0000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操作数</a:t>
            </a:r>
            <a:r>
              <a:rPr kumimoji="0" lang="zh-CN" altLang="en-US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，运算</a:t>
            </a:r>
            <a:endParaRPr kumimoji="0" lang="en-US" altLang="zh-CN" sz="16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 eaLnBrk="1" hangingPunct="1">
              <a:buNone/>
              <a:defRPr/>
            </a:pPr>
            <a:r>
              <a:rPr kumimoji="0"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</a:t>
            </a:r>
            <a:r>
              <a:rPr kumimoji="0" lang="zh-CN" altLang="en-US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符栈暂存 </a:t>
            </a:r>
            <a:r>
              <a:rPr kumimoji="0" lang="zh-CN" altLang="en-US" sz="1600" b="0" dirty="0">
                <a:solidFill>
                  <a:srgbClr val="FF0000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运算符</a:t>
            </a:r>
            <a:r>
              <a:rPr kumimoji="0" lang="zh-CN" altLang="en-US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。</a:t>
            </a:r>
            <a:r>
              <a:rPr kumimoji="0" lang="zh-CN" altLang="en-US" sz="1600" b="0" dirty="0">
                <a:solidFill>
                  <a:srgbClr val="FF0000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从左向右扫描算术表达式</a:t>
            </a:r>
            <a:r>
              <a:rPr kumimoji="0" lang="zh-CN" altLang="en-US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，遇到</a:t>
            </a:r>
            <a:r>
              <a:rPr kumimoji="0" lang="zh-CN" altLang="en-US" sz="1600" b="0" dirty="0">
                <a:solidFill>
                  <a:srgbClr val="FF0000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操作数</a:t>
            </a:r>
            <a:r>
              <a:rPr kumimoji="0" lang="zh-CN" altLang="en-US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，</a:t>
            </a:r>
            <a:r>
              <a:rPr kumimoji="0" lang="zh-CN" altLang="en-US" sz="1600" b="0" dirty="0">
                <a:solidFill>
                  <a:srgbClr val="FF0000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压入数栈</a:t>
            </a:r>
            <a:r>
              <a:rPr kumimoji="0" lang="zh-CN" altLang="en-US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；遇到</a:t>
            </a:r>
            <a:r>
              <a:rPr kumimoji="0"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</a:t>
            </a:r>
            <a:r>
              <a:rPr kumimoji="0" lang="zh-CN" altLang="en-US" sz="1600" b="0" dirty="0">
                <a:solidFill>
                  <a:srgbClr val="FF0000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运算符</a:t>
            </a:r>
            <a:r>
              <a:rPr kumimoji="0" lang="zh-CN" altLang="en-US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，则</a:t>
            </a:r>
            <a:r>
              <a:rPr kumimoji="0" lang="zh-CN" altLang="en-US" sz="1600" b="0" dirty="0">
                <a:solidFill>
                  <a:srgbClr val="FF0000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与运算符栈栈顶的运算符比较优先</a:t>
            </a:r>
            <a:endParaRPr kumimoji="0" lang="en-US" altLang="zh-CN" sz="1600" b="0" dirty="0">
              <a:solidFill>
                <a:srgbClr val="FF0000"/>
              </a:solidFill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 eaLnBrk="1" hangingPunct="1">
              <a:buNone/>
              <a:defRPr/>
            </a:pPr>
            <a:r>
              <a:rPr kumimoji="0" lang="en-US" altLang="zh-CN" sz="1600" b="0" dirty="0">
                <a:solidFill>
                  <a:srgbClr val="FF0000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   </a:t>
            </a:r>
            <a:r>
              <a:rPr kumimoji="0" lang="zh-CN" altLang="en-US" sz="1600" b="0" dirty="0">
                <a:solidFill>
                  <a:srgbClr val="FF0000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级</a:t>
            </a:r>
            <a:r>
              <a:rPr kumimoji="0" lang="zh-CN" altLang="en-US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，若新的运算符优先级高，或运算符栈空，则压栈。否则将栈顶运算符</a:t>
            </a:r>
            <a:r>
              <a:rPr kumimoji="0" lang="zh-CN" altLang="en-US" sz="1600" b="0" dirty="0">
                <a:solidFill>
                  <a:srgbClr val="FF0000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依次出栈</a:t>
            </a:r>
            <a:r>
              <a:rPr kumimoji="0" lang="zh-CN" altLang="en-US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，与数字栈出栈的两个数据进行运算，结</a:t>
            </a:r>
            <a:endParaRPr kumimoji="0" lang="en-US" altLang="zh-CN" sz="16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 eaLnBrk="1" hangingPunct="1">
              <a:buNone/>
              <a:defRPr/>
            </a:pPr>
            <a:r>
              <a:rPr kumimoji="0"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</a:t>
            </a:r>
            <a:r>
              <a:rPr kumimoji="0" lang="zh-CN" altLang="en-US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果压入数栈，再将新运算符压栈。继续扫描，直到遇到＝号，扫描结束。栈中数据继续按前面规则出栈。 </a:t>
            </a:r>
            <a:endParaRPr kumimoji="0" lang="en-US" altLang="zh-CN" sz="16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6DF3FB-512C-AE00-C271-AEB71762A9A0}"/>
              </a:ext>
            </a:extLst>
          </p:cNvPr>
          <p:cNvSpPr txBox="1"/>
          <p:nvPr/>
        </p:nvSpPr>
        <p:spPr>
          <a:xfrm>
            <a:off x="2423592" y="468205"/>
            <a:ext cx="10081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第 </a:t>
            </a:r>
            <a:r>
              <a:rPr lang="en-US" altLang="zh-CN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18 </a:t>
            </a:r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次实验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B2820C-6F6C-32A9-2CC9-3CCA93A87836}"/>
              </a:ext>
            </a:extLst>
          </p:cNvPr>
          <p:cNvSpPr txBox="1"/>
          <p:nvPr/>
        </p:nvSpPr>
        <p:spPr>
          <a:xfrm>
            <a:off x="6240016" y="468205"/>
            <a:ext cx="22204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基础训练 </a:t>
            </a:r>
            <a:r>
              <a:rPr lang="en-US" altLang="zh-CN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– </a:t>
            </a:r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面向对象基本概念 等</a:t>
            </a: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6A0C3805-60D4-48FE-0574-E69F3607F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0" y="4600575"/>
            <a:ext cx="228600" cy="196850"/>
          </a:xfrm>
          <a:prstGeom prst="rightArrow">
            <a:avLst>
              <a:gd name="adj1" fmla="val 50000"/>
              <a:gd name="adj2" fmla="val 29032"/>
            </a:avLst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3" name="Group 5">
            <a:extLst>
              <a:ext uri="{FF2B5EF4-FFF2-40B4-BE49-F238E27FC236}">
                <a16:creationId xmlns:a16="http://schemas.microsoft.com/office/drawing/2014/main" id="{FB1AE451-4C14-46B8-8F6E-34A849CEBF0F}"/>
              </a:ext>
            </a:extLst>
          </p:cNvPr>
          <p:cNvGrpSpPr>
            <a:grpSpLocks/>
          </p:cNvGrpSpPr>
          <p:nvPr/>
        </p:nvGrpSpPr>
        <p:grpSpPr bwMode="auto">
          <a:xfrm>
            <a:off x="1846263" y="3089275"/>
            <a:ext cx="431800" cy="2717800"/>
            <a:chOff x="204" y="845"/>
            <a:chExt cx="272" cy="1712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1F43DEBC-93E4-B092-94A4-EE3667CD4B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" y="845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zh-CN" sz="1800" dirty="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18B67CEE-70CD-1172-E619-E783580551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" y="1556"/>
              <a:ext cx="272" cy="25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418B66B1-DD20-FE26-56DE-7B4631223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" y="1806"/>
              <a:ext cx="272" cy="251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zh-CN" sz="200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D7F8F99A-5129-C656-D789-A262ECDD3A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" y="2057"/>
              <a:ext cx="272" cy="25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zh-CN" sz="200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B4CC54C0-C983-FC5D-C537-0ADC6A1349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" y="2307"/>
              <a:ext cx="272" cy="25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zh-CN" sz="200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7C4AC400-4B51-3D3A-DB70-250A3CD43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" y="1306"/>
              <a:ext cx="272" cy="25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CE641860-D7EA-2972-92D5-2681FC6ACE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" y="1056"/>
              <a:ext cx="272" cy="25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9E7AC198-9ACF-7853-8870-7C858E6218A7}"/>
              </a:ext>
            </a:extLst>
          </p:cNvPr>
          <p:cNvGrpSpPr>
            <a:grpSpLocks/>
          </p:cNvGrpSpPr>
          <p:nvPr/>
        </p:nvGrpSpPr>
        <p:grpSpPr bwMode="auto">
          <a:xfrm>
            <a:off x="2422525" y="3089275"/>
            <a:ext cx="433388" cy="2717800"/>
            <a:chOff x="793" y="845"/>
            <a:chExt cx="273" cy="1712"/>
          </a:xfrm>
        </p:grpSpPr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F188735F-27FB-6609-6CD6-0C6BDE542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1806"/>
              <a:ext cx="273" cy="251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5CD4FFAC-C948-5EB6-727C-A0205B37AB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2057"/>
              <a:ext cx="273" cy="25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zh-CN" altLang="en-US" sz="1000" b="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＊</a:t>
              </a:r>
              <a:endParaRPr kumimoji="0" lang="zh-CN" altLang="en-US" sz="1800" b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6">
              <a:extLst>
                <a:ext uri="{FF2B5EF4-FFF2-40B4-BE49-F238E27FC236}">
                  <a16:creationId xmlns:a16="http://schemas.microsoft.com/office/drawing/2014/main" id="{CCD6D587-93EA-FC5E-4524-8CCC68C2F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2307"/>
              <a:ext cx="273" cy="25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zh-CN" altLang="en-US" sz="1000" b="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＋</a:t>
              </a:r>
              <a:endParaRPr kumimoji="0" lang="zh-CN" altLang="en-US" sz="1800" b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Rectangle 17">
              <a:extLst>
                <a:ext uri="{FF2B5EF4-FFF2-40B4-BE49-F238E27FC236}">
                  <a16:creationId xmlns:a16="http://schemas.microsoft.com/office/drawing/2014/main" id="{D6581F8B-53A7-130A-CAB2-BE2303B34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1306"/>
              <a:ext cx="273" cy="25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18" name="Rectangle 18">
              <a:extLst>
                <a:ext uri="{FF2B5EF4-FFF2-40B4-BE49-F238E27FC236}">
                  <a16:creationId xmlns:a16="http://schemas.microsoft.com/office/drawing/2014/main" id="{8E1A32F9-C2A2-4AB5-2C35-10F4B6BDB3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1556"/>
              <a:ext cx="273" cy="25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19" name="Rectangle 19">
              <a:extLst>
                <a:ext uri="{FF2B5EF4-FFF2-40B4-BE49-F238E27FC236}">
                  <a16:creationId xmlns:a16="http://schemas.microsoft.com/office/drawing/2014/main" id="{CB7C8F87-D008-5E5B-C436-9876206722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1056"/>
              <a:ext cx="273" cy="25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20" name="Rectangle 20">
              <a:extLst>
                <a:ext uri="{FF2B5EF4-FFF2-40B4-BE49-F238E27FC236}">
                  <a16:creationId xmlns:a16="http://schemas.microsoft.com/office/drawing/2014/main" id="{D45ADCFE-3AC9-F19B-228B-0F382E2FD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845"/>
              <a:ext cx="273" cy="250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zh-CN" sz="180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21" name="Rectangle 21">
              <a:extLst>
                <a:ext uri="{FF2B5EF4-FFF2-40B4-BE49-F238E27FC236}">
                  <a16:creationId xmlns:a16="http://schemas.microsoft.com/office/drawing/2014/main" id="{5488EC6B-C9DA-11F5-73BF-36A7C07CD0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1806"/>
              <a:ext cx="273" cy="251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22" name="Rectangle 22">
              <a:extLst>
                <a:ext uri="{FF2B5EF4-FFF2-40B4-BE49-F238E27FC236}">
                  <a16:creationId xmlns:a16="http://schemas.microsoft.com/office/drawing/2014/main" id="{DD0E0154-3A86-AF32-C3D9-DE657BFF9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2057"/>
              <a:ext cx="273" cy="25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zh-CN" altLang="en-US" sz="200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＊</a:t>
              </a:r>
            </a:p>
          </p:txBody>
        </p:sp>
        <p:sp>
          <p:nvSpPr>
            <p:cNvPr id="23" name="Rectangle 23">
              <a:extLst>
                <a:ext uri="{FF2B5EF4-FFF2-40B4-BE49-F238E27FC236}">
                  <a16:creationId xmlns:a16="http://schemas.microsoft.com/office/drawing/2014/main" id="{3EB1B417-F8A2-7F72-2504-0AC97A54B7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2307"/>
              <a:ext cx="273" cy="25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zh-CN" altLang="en-US" sz="200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＋</a:t>
              </a:r>
            </a:p>
          </p:txBody>
        </p:sp>
        <p:sp>
          <p:nvSpPr>
            <p:cNvPr id="24" name="Rectangle 24">
              <a:extLst>
                <a:ext uri="{FF2B5EF4-FFF2-40B4-BE49-F238E27FC236}">
                  <a16:creationId xmlns:a16="http://schemas.microsoft.com/office/drawing/2014/main" id="{862A8A8E-2B71-C71B-9F26-EA8C00B30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1306"/>
              <a:ext cx="273" cy="25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70470C94-4E90-F490-2CF5-FECADCCD75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1556"/>
              <a:ext cx="273" cy="25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26" name="Rectangle 26">
              <a:extLst>
                <a:ext uri="{FF2B5EF4-FFF2-40B4-BE49-F238E27FC236}">
                  <a16:creationId xmlns:a16="http://schemas.microsoft.com/office/drawing/2014/main" id="{EF097E10-11F5-20DF-284D-A013A4AED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1056"/>
              <a:ext cx="273" cy="25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EF0D8F82-9BF7-D6D1-9B7F-54092CED8954}"/>
              </a:ext>
            </a:extLst>
          </p:cNvPr>
          <p:cNvGrpSpPr>
            <a:grpSpLocks/>
          </p:cNvGrpSpPr>
          <p:nvPr/>
        </p:nvGrpSpPr>
        <p:grpSpPr bwMode="auto">
          <a:xfrm>
            <a:off x="3719513" y="3089275"/>
            <a:ext cx="431800" cy="2681288"/>
            <a:chOff x="1565" y="845"/>
            <a:chExt cx="317" cy="1689"/>
          </a:xfrm>
        </p:grpSpPr>
        <p:sp>
          <p:nvSpPr>
            <p:cNvPr id="28" name="Rectangle 28">
              <a:extLst>
                <a:ext uri="{FF2B5EF4-FFF2-40B4-BE49-F238E27FC236}">
                  <a16:creationId xmlns:a16="http://schemas.microsoft.com/office/drawing/2014/main" id="{E3D988DF-19C2-1172-C1E9-222FAE8205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2287"/>
              <a:ext cx="317" cy="24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zh-CN" sz="1000" b="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a</a:t>
              </a:r>
              <a:endParaRPr kumimoji="0" lang="en-US" altLang="zh-CN" sz="1800" b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" name="Rectangle 29">
              <a:extLst>
                <a:ext uri="{FF2B5EF4-FFF2-40B4-BE49-F238E27FC236}">
                  <a16:creationId xmlns:a16="http://schemas.microsoft.com/office/drawing/2014/main" id="{D5C77FC2-EBEF-49EA-E7A0-419022C1D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2041"/>
              <a:ext cx="317" cy="246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zh-CN" sz="1000" b="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1000" b="0" baseline="-3000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1800" b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" name="Rectangle 30">
              <a:extLst>
                <a:ext uri="{FF2B5EF4-FFF2-40B4-BE49-F238E27FC236}">
                  <a16:creationId xmlns:a16="http://schemas.microsoft.com/office/drawing/2014/main" id="{D46E2CC8-2820-DB58-C75D-EA1BA60152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1793"/>
              <a:ext cx="317" cy="24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zh-CN" sz="1000" b="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d</a:t>
              </a:r>
              <a:endParaRPr kumimoji="0" lang="en-US" altLang="zh-CN" sz="1800" b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1" name="Rectangle 31">
              <a:extLst>
                <a:ext uri="{FF2B5EF4-FFF2-40B4-BE49-F238E27FC236}">
                  <a16:creationId xmlns:a16="http://schemas.microsoft.com/office/drawing/2014/main" id="{ED87AED1-55F1-9D5A-3D39-C7F6FFA40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1546"/>
              <a:ext cx="317" cy="24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zh-CN" sz="1000" b="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e</a:t>
              </a:r>
              <a:endParaRPr kumimoji="0" lang="en-US" altLang="zh-CN" sz="1800" b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Rectangle 32">
              <a:extLst>
                <a:ext uri="{FF2B5EF4-FFF2-40B4-BE49-F238E27FC236}">
                  <a16:creationId xmlns:a16="http://schemas.microsoft.com/office/drawing/2014/main" id="{401311EB-069F-AB03-E9CF-467112665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1053"/>
              <a:ext cx="317" cy="24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33" name="Rectangle 33">
              <a:extLst>
                <a:ext uri="{FF2B5EF4-FFF2-40B4-BE49-F238E27FC236}">
                  <a16:creationId xmlns:a16="http://schemas.microsoft.com/office/drawing/2014/main" id="{BEF09556-1993-B0DD-B41F-D7F310535D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1300"/>
              <a:ext cx="317" cy="246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34" name="Rectangle 34">
              <a:extLst>
                <a:ext uri="{FF2B5EF4-FFF2-40B4-BE49-F238E27FC236}">
                  <a16:creationId xmlns:a16="http://schemas.microsoft.com/office/drawing/2014/main" id="{7B1199B0-6544-C068-8A45-62E113A6FB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845"/>
              <a:ext cx="317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zh-CN" sz="180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35" name="Rectangle 35">
              <a:extLst>
                <a:ext uri="{FF2B5EF4-FFF2-40B4-BE49-F238E27FC236}">
                  <a16:creationId xmlns:a16="http://schemas.microsoft.com/office/drawing/2014/main" id="{24DAD1ED-A4BA-16A1-CE4A-92C7A3DD15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2287"/>
              <a:ext cx="317" cy="24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zh-CN" sz="200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6" name="Rectangle 36">
              <a:extLst>
                <a:ext uri="{FF2B5EF4-FFF2-40B4-BE49-F238E27FC236}">
                  <a16:creationId xmlns:a16="http://schemas.microsoft.com/office/drawing/2014/main" id="{C450A412-2527-9A2D-E9FA-E84A2E5D2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2041"/>
              <a:ext cx="317" cy="246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zh-CN" sz="200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aseline="-3000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200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Rectangle 37">
              <a:extLst>
                <a:ext uri="{FF2B5EF4-FFF2-40B4-BE49-F238E27FC236}">
                  <a16:creationId xmlns:a16="http://schemas.microsoft.com/office/drawing/2014/main" id="{944611A0-2A6E-8B4B-0999-C6DCC6C13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1793"/>
              <a:ext cx="317" cy="24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zh-CN" sz="200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8" name="Rectangle 38">
              <a:extLst>
                <a:ext uri="{FF2B5EF4-FFF2-40B4-BE49-F238E27FC236}">
                  <a16:creationId xmlns:a16="http://schemas.microsoft.com/office/drawing/2014/main" id="{5ED00D3D-BF57-5A92-A985-D807F88B6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1546"/>
              <a:ext cx="317" cy="24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zh-CN" sz="200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39" name="Rectangle 39">
              <a:extLst>
                <a:ext uri="{FF2B5EF4-FFF2-40B4-BE49-F238E27FC236}">
                  <a16:creationId xmlns:a16="http://schemas.microsoft.com/office/drawing/2014/main" id="{732ABB6F-B338-3CF9-C1D5-8BEBE8683A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1053"/>
              <a:ext cx="317" cy="24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0" name="Rectangle 40">
              <a:extLst>
                <a:ext uri="{FF2B5EF4-FFF2-40B4-BE49-F238E27FC236}">
                  <a16:creationId xmlns:a16="http://schemas.microsoft.com/office/drawing/2014/main" id="{1361FDFD-C3EF-AE0C-55CE-E88A111EF9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1300"/>
              <a:ext cx="317" cy="246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</p:grpSp>
      <p:grpSp>
        <p:nvGrpSpPr>
          <p:cNvPr id="41" name="Group 41">
            <a:extLst>
              <a:ext uri="{FF2B5EF4-FFF2-40B4-BE49-F238E27FC236}">
                <a16:creationId xmlns:a16="http://schemas.microsoft.com/office/drawing/2014/main" id="{421090AD-3973-206A-A677-B0DC8DE1026D}"/>
              </a:ext>
            </a:extLst>
          </p:cNvPr>
          <p:cNvGrpSpPr>
            <a:grpSpLocks/>
          </p:cNvGrpSpPr>
          <p:nvPr/>
        </p:nvGrpSpPr>
        <p:grpSpPr bwMode="auto">
          <a:xfrm>
            <a:off x="4294188" y="3089275"/>
            <a:ext cx="436562" cy="2717800"/>
            <a:chOff x="1746" y="845"/>
            <a:chExt cx="275" cy="1712"/>
          </a:xfrm>
        </p:grpSpPr>
        <p:sp>
          <p:nvSpPr>
            <p:cNvPr id="42" name="Rectangle 42">
              <a:extLst>
                <a:ext uri="{FF2B5EF4-FFF2-40B4-BE49-F238E27FC236}">
                  <a16:creationId xmlns:a16="http://schemas.microsoft.com/office/drawing/2014/main" id="{50CE175A-21C7-B731-C9B5-6F91D1C8E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2307"/>
              <a:ext cx="275" cy="25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zh-CN" altLang="en-US" sz="1000" b="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＋</a:t>
              </a:r>
              <a:endParaRPr kumimoji="0" lang="zh-CN" altLang="en-US" sz="1800" b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3" name="Rectangle 43">
              <a:extLst>
                <a:ext uri="{FF2B5EF4-FFF2-40B4-BE49-F238E27FC236}">
                  <a16:creationId xmlns:a16="http://schemas.microsoft.com/office/drawing/2014/main" id="{983E0737-7AC8-2BD2-70BC-B8EDD9D66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2307"/>
              <a:ext cx="275" cy="25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zh-CN" altLang="en-US" sz="200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＋</a:t>
              </a:r>
            </a:p>
          </p:txBody>
        </p:sp>
        <p:sp>
          <p:nvSpPr>
            <p:cNvPr id="44" name="Rectangle 44">
              <a:extLst>
                <a:ext uri="{FF2B5EF4-FFF2-40B4-BE49-F238E27FC236}">
                  <a16:creationId xmlns:a16="http://schemas.microsoft.com/office/drawing/2014/main" id="{6B2E9E54-2482-0D4A-E2B4-191268F95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1056"/>
              <a:ext cx="275" cy="25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5" name="Rectangle 45">
              <a:extLst>
                <a:ext uri="{FF2B5EF4-FFF2-40B4-BE49-F238E27FC236}">
                  <a16:creationId xmlns:a16="http://schemas.microsoft.com/office/drawing/2014/main" id="{21C7F2E6-447E-195A-98CF-B3B8F69124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1306"/>
              <a:ext cx="275" cy="25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6" name="Rectangle 46">
              <a:extLst>
                <a:ext uri="{FF2B5EF4-FFF2-40B4-BE49-F238E27FC236}">
                  <a16:creationId xmlns:a16="http://schemas.microsoft.com/office/drawing/2014/main" id="{46E78EE6-1B1F-F1CB-6287-401394ACD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1556"/>
              <a:ext cx="275" cy="25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7" name="Rectangle 47">
              <a:extLst>
                <a:ext uri="{FF2B5EF4-FFF2-40B4-BE49-F238E27FC236}">
                  <a16:creationId xmlns:a16="http://schemas.microsoft.com/office/drawing/2014/main" id="{D658F011-3D8D-4614-68F9-2AF6A89F17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1806"/>
              <a:ext cx="275" cy="251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zh-CN" altLang="en-US" sz="1000" b="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／</a:t>
              </a:r>
              <a:endParaRPr kumimoji="0" lang="zh-CN" altLang="en-US" sz="1800" b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" name="Rectangle 48">
              <a:extLst>
                <a:ext uri="{FF2B5EF4-FFF2-40B4-BE49-F238E27FC236}">
                  <a16:creationId xmlns:a16="http://schemas.microsoft.com/office/drawing/2014/main" id="{DD69B592-8CF3-894F-B7A1-60DEBC4F5D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2057"/>
              <a:ext cx="275" cy="25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zh-CN" altLang="en-US" sz="1000" b="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－</a:t>
              </a:r>
              <a:endParaRPr kumimoji="0" lang="zh-CN" altLang="en-US" sz="1800" b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" name="Rectangle 49">
              <a:extLst>
                <a:ext uri="{FF2B5EF4-FFF2-40B4-BE49-F238E27FC236}">
                  <a16:creationId xmlns:a16="http://schemas.microsoft.com/office/drawing/2014/main" id="{DB31221A-8147-4945-36BA-DB1903902F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845"/>
              <a:ext cx="27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zh-CN" sz="200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50" name="Rectangle 50">
              <a:extLst>
                <a:ext uri="{FF2B5EF4-FFF2-40B4-BE49-F238E27FC236}">
                  <a16:creationId xmlns:a16="http://schemas.microsoft.com/office/drawing/2014/main" id="{3B77DF14-F336-E930-657E-381B38CB2D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1056"/>
              <a:ext cx="275" cy="25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51" name="Rectangle 51">
              <a:extLst>
                <a:ext uri="{FF2B5EF4-FFF2-40B4-BE49-F238E27FC236}">
                  <a16:creationId xmlns:a16="http://schemas.microsoft.com/office/drawing/2014/main" id="{8D3C9B96-7B5F-BDE9-77D4-42955E46A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1306"/>
              <a:ext cx="275" cy="25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52" name="Rectangle 52">
              <a:extLst>
                <a:ext uri="{FF2B5EF4-FFF2-40B4-BE49-F238E27FC236}">
                  <a16:creationId xmlns:a16="http://schemas.microsoft.com/office/drawing/2014/main" id="{8DAA0E9C-B330-901B-CDB1-826CB2EAB1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1556"/>
              <a:ext cx="275" cy="25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53" name="Rectangle 53">
              <a:extLst>
                <a:ext uri="{FF2B5EF4-FFF2-40B4-BE49-F238E27FC236}">
                  <a16:creationId xmlns:a16="http://schemas.microsoft.com/office/drawing/2014/main" id="{E0885AA9-3934-D4EC-507E-8FBFFB0585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1806"/>
              <a:ext cx="275" cy="251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zh-CN" altLang="en-US" sz="200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／</a:t>
              </a:r>
            </a:p>
          </p:txBody>
        </p:sp>
        <p:sp>
          <p:nvSpPr>
            <p:cNvPr id="54" name="Rectangle 54">
              <a:extLst>
                <a:ext uri="{FF2B5EF4-FFF2-40B4-BE49-F238E27FC236}">
                  <a16:creationId xmlns:a16="http://schemas.microsoft.com/office/drawing/2014/main" id="{88E110D8-E527-CC1D-A7E1-501D4CA17F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2057"/>
              <a:ext cx="275" cy="25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zh-CN" altLang="en-US" sz="2000" b="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－</a:t>
              </a:r>
            </a:p>
          </p:txBody>
        </p:sp>
      </p:grpSp>
      <p:grpSp>
        <p:nvGrpSpPr>
          <p:cNvPr id="55" name="Group 55">
            <a:extLst>
              <a:ext uri="{FF2B5EF4-FFF2-40B4-BE49-F238E27FC236}">
                <a16:creationId xmlns:a16="http://schemas.microsoft.com/office/drawing/2014/main" id="{A6C67D8F-D4A7-16E2-3495-91BB4CD7076F}"/>
              </a:ext>
            </a:extLst>
          </p:cNvPr>
          <p:cNvGrpSpPr>
            <a:grpSpLocks/>
          </p:cNvGrpSpPr>
          <p:nvPr/>
        </p:nvGrpSpPr>
        <p:grpSpPr bwMode="auto">
          <a:xfrm>
            <a:off x="6094413" y="3089276"/>
            <a:ext cx="449262" cy="2735263"/>
            <a:chOff x="3061" y="845"/>
            <a:chExt cx="283" cy="1678"/>
          </a:xfrm>
        </p:grpSpPr>
        <p:sp>
          <p:nvSpPr>
            <p:cNvPr id="56" name="Rectangle 56">
              <a:extLst>
                <a:ext uri="{FF2B5EF4-FFF2-40B4-BE49-F238E27FC236}">
                  <a16:creationId xmlns:a16="http://schemas.microsoft.com/office/drawing/2014/main" id="{D8D538FB-2366-6872-74FB-BBC25F5A0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1071"/>
              <a:ext cx="283" cy="241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57" name="Rectangle 57">
              <a:extLst>
                <a:ext uri="{FF2B5EF4-FFF2-40B4-BE49-F238E27FC236}">
                  <a16:creationId xmlns:a16="http://schemas.microsoft.com/office/drawing/2014/main" id="{608FBC00-1239-A1A9-C2DD-DE558E1F5A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1312"/>
              <a:ext cx="283" cy="242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58" name="Rectangle 58">
              <a:extLst>
                <a:ext uri="{FF2B5EF4-FFF2-40B4-BE49-F238E27FC236}">
                  <a16:creationId xmlns:a16="http://schemas.microsoft.com/office/drawing/2014/main" id="{34DD9E34-3580-F758-59DA-B75AAA29E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1554"/>
              <a:ext cx="283" cy="242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59" name="Rectangle 59">
              <a:extLst>
                <a:ext uri="{FF2B5EF4-FFF2-40B4-BE49-F238E27FC236}">
                  <a16:creationId xmlns:a16="http://schemas.microsoft.com/office/drawing/2014/main" id="{EDD5805A-5E4E-2B75-67FA-C584814ADB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1796"/>
              <a:ext cx="283" cy="243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60" name="Rectangle 60">
              <a:extLst>
                <a:ext uri="{FF2B5EF4-FFF2-40B4-BE49-F238E27FC236}">
                  <a16:creationId xmlns:a16="http://schemas.microsoft.com/office/drawing/2014/main" id="{967D2AB9-8315-4799-E616-4FCD49D225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2039"/>
              <a:ext cx="283" cy="242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zh-CN" altLang="en-US" sz="1000" b="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－</a:t>
              </a:r>
              <a:endParaRPr kumimoji="0" lang="zh-CN" altLang="en-US" sz="1800" b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1" name="Rectangle 61">
              <a:extLst>
                <a:ext uri="{FF2B5EF4-FFF2-40B4-BE49-F238E27FC236}">
                  <a16:creationId xmlns:a16="http://schemas.microsoft.com/office/drawing/2014/main" id="{4AA3FAD8-4045-A5BB-8324-2691C4C71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2281"/>
              <a:ext cx="283" cy="242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zh-CN" altLang="en-US" sz="1000" b="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＋</a:t>
              </a:r>
              <a:endParaRPr kumimoji="0" lang="zh-CN" altLang="en-US" sz="1800" b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2" name="Rectangle 62">
              <a:extLst>
                <a:ext uri="{FF2B5EF4-FFF2-40B4-BE49-F238E27FC236}">
                  <a16:creationId xmlns:a16="http://schemas.microsoft.com/office/drawing/2014/main" id="{028394F6-3F7D-3A75-38C8-718F41A151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845"/>
              <a:ext cx="283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zh-CN" sz="200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63" name="Rectangle 63">
              <a:extLst>
                <a:ext uri="{FF2B5EF4-FFF2-40B4-BE49-F238E27FC236}">
                  <a16:creationId xmlns:a16="http://schemas.microsoft.com/office/drawing/2014/main" id="{A8C35F2E-2F8C-9D4A-6B2C-2BAC89E81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1071"/>
              <a:ext cx="283" cy="241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096" name="Rectangle 64">
              <a:extLst>
                <a:ext uri="{FF2B5EF4-FFF2-40B4-BE49-F238E27FC236}">
                  <a16:creationId xmlns:a16="http://schemas.microsoft.com/office/drawing/2014/main" id="{983D99B9-7CD9-9BEF-517F-D5D11F246C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1312"/>
              <a:ext cx="283" cy="242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097" name="Rectangle 65">
              <a:extLst>
                <a:ext uri="{FF2B5EF4-FFF2-40B4-BE49-F238E27FC236}">
                  <a16:creationId xmlns:a16="http://schemas.microsoft.com/office/drawing/2014/main" id="{268D0FB9-CDAE-C32E-5123-086656FE1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1554"/>
              <a:ext cx="283" cy="242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098" name="Rectangle 66">
              <a:extLst>
                <a:ext uri="{FF2B5EF4-FFF2-40B4-BE49-F238E27FC236}">
                  <a16:creationId xmlns:a16="http://schemas.microsoft.com/office/drawing/2014/main" id="{648D9A00-4097-E34B-49AD-8CFB2CF91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1796"/>
              <a:ext cx="283" cy="243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00" name="Rectangle 67">
              <a:extLst>
                <a:ext uri="{FF2B5EF4-FFF2-40B4-BE49-F238E27FC236}">
                  <a16:creationId xmlns:a16="http://schemas.microsoft.com/office/drawing/2014/main" id="{FB5F26A7-6172-456B-5496-CE03B31CAB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2039"/>
              <a:ext cx="283" cy="242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zh-CN" altLang="en-US" sz="200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－</a:t>
              </a:r>
            </a:p>
          </p:txBody>
        </p:sp>
        <p:sp>
          <p:nvSpPr>
            <p:cNvPr id="4101" name="Rectangle 68">
              <a:extLst>
                <a:ext uri="{FF2B5EF4-FFF2-40B4-BE49-F238E27FC236}">
                  <a16:creationId xmlns:a16="http://schemas.microsoft.com/office/drawing/2014/main" id="{DFA964B6-F69F-3356-7F1B-2FFC19FE68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2281"/>
              <a:ext cx="283" cy="242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zh-CN" altLang="en-US" sz="180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＋</a:t>
              </a:r>
            </a:p>
          </p:txBody>
        </p:sp>
      </p:grpSp>
      <p:sp>
        <p:nvSpPr>
          <p:cNvPr id="4102" name="AutoShape 69">
            <a:extLst>
              <a:ext uri="{FF2B5EF4-FFF2-40B4-BE49-F238E27FC236}">
                <a16:creationId xmlns:a16="http://schemas.microsoft.com/office/drawing/2014/main" id="{2BA56329-CC86-0CA0-4DDD-D391F2B10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4600575"/>
            <a:ext cx="228600" cy="196850"/>
          </a:xfrm>
          <a:prstGeom prst="rightArrow">
            <a:avLst>
              <a:gd name="adj1" fmla="val 50000"/>
              <a:gd name="adj2" fmla="val 29032"/>
            </a:avLst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4103" name="Group 70">
            <a:extLst>
              <a:ext uri="{FF2B5EF4-FFF2-40B4-BE49-F238E27FC236}">
                <a16:creationId xmlns:a16="http://schemas.microsoft.com/office/drawing/2014/main" id="{B681739D-FD6A-36DF-230A-B111D7293583}"/>
              </a:ext>
            </a:extLst>
          </p:cNvPr>
          <p:cNvGrpSpPr>
            <a:grpSpLocks/>
          </p:cNvGrpSpPr>
          <p:nvPr/>
        </p:nvGrpSpPr>
        <p:grpSpPr bwMode="auto">
          <a:xfrm>
            <a:off x="5519738" y="3089275"/>
            <a:ext cx="431800" cy="2700338"/>
            <a:chOff x="2699" y="845"/>
            <a:chExt cx="272" cy="1701"/>
          </a:xfrm>
        </p:grpSpPr>
        <p:sp>
          <p:nvSpPr>
            <p:cNvPr id="4104" name="Rectangle 71">
              <a:extLst>
                <a:ext uri="{FF2B5EF4-FFF2-40B4-BE49-F238E27FC236}">
                  <a16:creationId xmlns:a16="http://schemas.microsoft.com/office/drawing/2014/main" id="{D8783B7E-75AA-B100-7060-2ADADDFAD6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845"/>
              <a:ext cx="192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zh-CN" sz="180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N</a:t>
              </a:r>
            </a:p>
          </p:txBody>
        </p:sp>
        <p:grpSp>
          <p:nvGrpSpPr>
            <p:cNvPr id="4105" name="Group 72">
              <a:extLst>
                <a:ext uri="{FF2B5EF4-FFF2-40B4-BE49-F238E27FC236}">
                  <a16:creationId xmlns:a16="http://schemas.microsoft.com/office/drawing/2014/main" id="{DD762AFE-865C-779A-4135-A07F002E93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99" y="1071"/>
              <a:ext cx="272" cy="1475"/>
              <a:chOff x="2699" y="1423"/>
              <a:chExt cx="192" cy="1123"/>
            </a:xfrm>
          </p:grpSpPr>
          <p:sp>
            <p:nvSpPr>
              <p:cNvPr id="4106" name="Rectangle 73">
                <a:extLst>
                  <a:ext uri="{FF2B5EF4-FFF2-40B4-BE49-F238E27FC236}">
                    <a16:creationId xmlns:a16="http://schemas.microsoft.com/office/drawing/2014/main" id="{21FDAF14-9F9F-2177-1E6C-652F12C4B0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9" y="2172"/>
                <a:ext cx="192" cy="187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SzPct val="90000"/>
                  <a:buBlip>
                    <a:blip r:embed="rId2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3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4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kumimoji="0" lang="en-US" altLang="zh-CN" sz="1000" b="0">
                    <a:latin typeface="等线 Light" panose="02010600030101010101" pitchFamily="2" charset="-122"/>
                    <a:ea typeface="等线 Light" panose="02010600030101010101" pitchFamily="2" charset="-122"/>
                    <a:cs typeface="Times New Roman" panose="02020603050405020304" pitchFamily="18" charset="0"/>
                  </a:rPr>
                  <a:t>t</a:t>
                </a:r>
                <a:r>
                  <a:rPr kumimoji="0" lang="en-US" altLang="zh-CN" sz="1000" b="0" baseline="-30000">
                    <a:latin typeface="等线 Light" panose="02010600030101010101" pitchFamily="2" charset="-122"/>
                    <a:ea typeface="等线 Light" panose="0201060003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0" lang="en-US" altLang="zh-CN" sz="1800" b="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07" name="Rectangle 74">
                <a:extLst>
                  <a:ext uri="{FF2B5EF4-FFF2-40B4-BE49-F238E27FC236}">
                    <a16:creationId xmlns:a16="http://schemas.microsoft.com/office/drawing/2014/main" id="{028AA3E3-BEE2-9920-FFE5-E588541F91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9" y="2359"/>
                <a:ext cx="192" cy="187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SzPct val="90000"/>
                  <a:buBlip>
                    <a:blip r:embed="rId2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3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4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kumimoji="0" lang="en-US" altLang="zh-CN" sz="1000" b="0">
                    <a:latin typeface="等线 Light" panose="02010600030101010101" pitchFamily="2" charset="-122"/>
                    <a:ea typeface="等线 Light" panose="02010600030101010101" pitchFamily="2" charset="-122"/>
                    <a:cs typeface="Times New Roman" panose="02020603050405020304" pitchFamily="18" charset="0"/>
                  </a:rPr>
                  <a:t>a</a:t>
                </a:r>
                <a:endParaRPr kumimoji="0" lang="en-US" altLang="zh-CN" sz="1800" b="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08" name="Rectangle 75">
                <a:extLst>
                  <a:ext uri="{FF2B5EF4-FFF2-40B4-BE49-F238E27FC236}">
                    <a16:creationId xmlns:a16="http://schemas.microsoft.com/office/drawing/2014/main" id="{0617F3AC-8FEC-C313-26D3-1BF73D1A4C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9" y="1423"/>
                <a:ext cx="192" cy="187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SzPct val="90000"/>
                  <a:buBlip>
                    <a:blip r:embed="rId2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3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4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endParaRPr lang="zh-CN" altLang="en-US" sz="4400">
                  <a:solidFill>
                    <a:schemeClr val="tx2"/>
                  </a:solidFill>
                  <a:latin typeface="等线 Light" panose="02010600030101010101" pitchFamily="2" charset="-122"/>
                  <a:ea typeface="等线 Light" panose="02010600030101010101" pitchFamily="2" charset="-122"/>
                </a:endParaRPr>
              </a:p>
            </p:txBody>
          </p:sp>
          <p:sp>
            <p:nvSpPr>
              <p:cNvPr id="4109" name="Rectangle 76">
                <a:extLst>
                  <a:ext uri="{FF2B5EF4-FFF2-40B4-BE49-F238E27FC236}">
                    <a16:creationId xmlns:a16="http://schemas.microsoft.com/office/drawing/2014/main" id="{2A7ED984-CE19-7135-B5BC-017FFC7281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9" y="1610"/>
                <a:ext cx="192" cy="187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SzPct val="90000"/>
                  <a:buBlip>
                    <a:blip r:embed="rId2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3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4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endParaRPr lang="zh-CN" altLang="en-US" sz="4400">
                  <a:solidFill>
                    <a:schemeClr val="tx2"/>
                  </a:solidFill>
                  <a:latin typeface="等线 Light" panose="02010600030101010101" pitchFamily="2" charset="-122"/>
                  <a:ea typeface="等线 Light" panose="02010600030101010101" pitchFamily="2" charset="-122"/>
                </a:endParaRPr>
              </a:p>
            </p:txBody>
          </p:sp>
          <p:sp>
            <p:nvSpPr>
              <p:cNvPr id="4110" name="Rectangle 77">
                <a:extLst>
                  <a:ext uri="{FF2B5EF4-FFF2-40B4-BE49-F238E27FC236}">
                    <a16:creationId xmlns:a16="http://schemas.microsoft.com/office/drawing/2014/main" id="{6553C107-A747-45FF-8127-B41757F59D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9" y="1797"/>
                <a:ext cx="192" cy="187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SzPct val="90000"/>
                  <a:buBlip>
                    <a:blip r:embed="rId2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3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4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endParaRPr lang="zh-CN" altLang="en-US" sz="4400">
                  <a:solidFill>
                    <a:schemeClr val="tx2"/>
                  </a:solidFill>
                  <a:latin typeface="等线 Light" panose="02010600030101010101" pitchFamily="2" charset="-122"/>
                  <a:ea typeface="等线 Light" panose="02010600030101010101" pitchFamily="2" charset="-122"/>
                </a:endParaRPr>
              </a:p>
            </p:txBody>
          </p:sp>
          <p:sp>
            <p:nvSpPr>
              <p:cNvPr id="4111" name="Rectangle 78">
                <a:extLst>
                  <a:ext uri="{FF2B5EF4-FFF2-40B4-BE49-F238E27FC236}">
                    <a16:creationId xmlns:a16="http://schemas.microsoft.com/office/drawing/2014/main" id="{84CFE678-B31B-D2A0-3D8B-6818D8D93D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9" y="1984"/>
                <a:ext cx="192" cy="188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SzPct val="90000"/>
                  <a:buBlip>
                    <a:blip r:embed="rId2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3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4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kumimoji="0" lang="en-US" altLang="zh-CN" sz="1000" b="0">
                    <a:latin typeface="等线 Light" panose="02010600030101010101" pitchFamily="2" charset="-122"/>
                    <a:ea typeface="等线 Light" panose="02010600030101010101" pitchFamily="2" charset="-122"/>
                    <a:cs typeface="Times New Roman" panose="02020603050405020304" pitchFamily="18" charset="0"/>
                  </a:rPr>
                  <a:t>t</a:t>
                </a:r>
                <a:r>
                  <a:rPr kumimoji="0" lang="en-US" altLang="zh-CN" sz="1000" b="0" baseline="-30000">
                    <a:latin typeface="等线 Light" panose="02010600030101010101" pitchFamily="2" charset="-122"/>
                    <a:ea typeface="等线 Light" panose="0201060003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0" lang="en-US" altLang="zh-CN" sz="1800" b="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12" name="Rectangle 79">
                <a:extLst>
                  <a:ext uri="{FF2B5EF4-FFF2-40B4-BE49-F238E27FC236}">
                    <a16:creationId xmlns:a16="http://schemas.microsoft.com/office/drawing/2014/main" id="{45068382-DDC2-75A8-07CB-DA3EDA602B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9" y="2172"/>
                <a:ext cx="192" cy="187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SzPct val="90000"/>
                  <a:buBlip>
                    <a:blip r:embed="rId2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3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4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kumimoji="0" lang="en-US" altLang="zh-CN" sz="2000">
                    <a:latin typeface="等线 Light" panose="02010600030101010101" pitchFamily="2" charset="-122"/>
                    <a:ea typeface="等线 Light" panose="02010600030101010101" pitchFamily="2" charset="-122"/>
                    <a:cs typeface="Times New Roman" panose="02020603050405020304" pitchFamily="18" charset="0"/>
                  </a:rPr>
                  <a:t>t</a:t>
                </a:r>
                <a:r>
                  <a:rPr kumimoji="0" lang="en-US" altLang="zh-CN" sz="2000" baseline="-30000">
                    <a:latin typeface="等线 Light" panose="02010600030101010101" pitchFamily="2" charset="-122"/>
                    <a:ea typeface="等线 Light" panose="0201060003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0" lang="en-US" altLang="zh-CN" sz="200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13" name="Rectangle 80">
                <a:extLst>
                  <a:ext uri="{FF2B5EF4-FFF2-40B4-BE49-F238E27FC236}">
                    <a16:creationId xmlns:a16="http://schemas.microsoft.com/office/drawing/2014/main" id="{EC478AAC-C3D5-17D3-4EF5-0E8AFB1722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9" y="2359"/>
                <a:ext cx="192" cy="187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SzPct val="90000"/>
                  <a:buBlip>
                    <a:blip r:embed="rId2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3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4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kumimoji="0" lang="en-US" altLang="zh-CN" sz="2000">
                    <a:latin typeface="等线 Light" panose="02010600030101010101" pitchFamily="2" charset="-122"/>
                    <a:ea typeface="等线 Light" panose="02010600030101010101" pitchFamily="2" charset="-122"/>
                    <a:cs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4114" name="Rectangle 81">
                <a:extLst>
                  <a:ext uri="{FF2B5EF4-FFF2-40B4-BE49-F238E27FC236}">
                    <a16:creationId xmlns:a16="http://schemas.microsoft.com/office/drawing/2014/main" id="{9F2D3CA1-8A72-DDD1-476D-4D2D128F87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9" y="1423"/>
                <a:ext cx="192" cy="187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SzPct val="90000"/>
                  <a:buBlip>
                    <a:blip r:embed="rId2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3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4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endParaRPr lang="zh-CN" altLang="en-US" sz="4400">
                  <a:solidFill>
                    <a:schemeClr val="tx2"/>
                  </a:solidFill>
                  <a:latin typeface="等线 Light" panose="02010600030101010101" pitchFamily="2" charset="-122"/>
                  <a:ea typeface="等线 Light" panose="02010600030101010101" pitchFamily="2" charset="-122"/>
                </a:endParaRPr>
              </a:p>
            </p:txBody>
          </p:sp>
          <p:sp>
            <p:nvSpPr>
              <p:cNvPr id="4115" name="Rectangle 82">
                <a:extLst>
                  <a:ext uri="{FF2B5EF4-FFF2-40B4-BE49-F238E27FC236}">
                    <a16:creationId xmlns:a16="http://schemas.microsoft.com/office/drawing/2014/main" id="{BC2AED6C-859B-085C-F745-3A443A60B0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9" y="1610"/>
                <a:ext cx="192" cy="187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SzPct val="90000"/>
                  <a:buBlip>
                    <a:blip r:embed="rId2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3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4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endParaRPr lang="zh-CN" altLang="en-US" sz="4400">
                  <a:solidFill>
                    <a:schemeClr val="tx2"/>
                  </a:solidFill>
                  <a:latin typeface="等线 Light" panose="02010600030101010101" pitchFamily="2" charset="-122"/>
                  <a:ea typeface="等线 Light" panose="02010600030101010101" pitchFamily="2" charset="-122"/>
                </a:endParaRPr>
              </a:p>
            </p:txBody>
          </p:sp>
          <p:sp>
            <p:nvSpPr>
              <p:cNvPr id="4116" name="Rectangle 83">
                <a:extLst>
                  <a:ext uri="{FF2B5EF4-FFF2-40B4-BE49-F238E27FC236}">
                    <a16:creationId xmlns:a16="http://schemas.microsoft.com/office/drawing/2014/main" id="{9A511D57-4D85-3621-1AE0-D2E7BBE91E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9" y="1797"/>
                <a:ext cx="192" cy="187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SzPct val="90000"/>
                  <a:buBlip>
                    <a:blip r:embed="rId2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3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4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endParaRPr lang="zh-CN" altLang="en-US" sz="4400">
                  <a:solidFill>
                    <a:schemeClr val="tx2"/>
                  </a:solidFill>
                  <a:latin typeface="等线 Light" panose="02010600030101010101" pitchFamily="2" charset="-122"/>
                  <a:ea typeface="等线 Light" panose="02010600030101010101" pitchFamily="2" charset="-122"/>
                </a:endParaRPr>
              </a:p>
            </p:txBody>
          </p:sp>
          <p:sp>
            <p:nvSpPr>
              <p:cNvPr id="4117" name="Rectangle 84">
                <a:extLst>
                  <a:ext uri="{FF2B5EF4-FFF2-40B4-BE49-F238E27FC236}">
                    <a16:creationId xmlns:a16="http://schemas.microsoft.com/office/drawing/2014/main" id="{C437FFDD-582B-1964-37E3-87B32BEE7B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9" y="1984"/>
                <a:ext cx="192" cy="188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SzPct val="90000"/>
                  <a:buBlip>
                    <a:blip r:embed="rId2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3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4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kumimoji="0" lang="en-US" altLang="zh-CN" sz="2000">
                    <a:latin typeface="等线 Light" panose="02010600030101010101" pitchFamily="2" charset="-122"/>
                    <a:ea typeface="等线 Light" panose="02010600030101010101" pitchFamily="2" charset="-122"/>
                    <a:cs typeface="Times New Roman" panose="02020603050405020304" pitchFamily="18" charset="0"/>
                  </a:rPr>
                  <a:t>t</a:t>
                </a:r>
                <a:r>
                  <a:rPr kumimoji="0" lang="en-US" altLang="zh-CN" sz="2000" baseline="-30000">
                    <a:latin typeface="等线 Light" panose="02010600030101010101" pitchFamily="2" charset="-122"/>
                    <a:ea typeface="等线 Light" panose="0201060003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0" lang="en-US" altLang="zh-CN" sz="200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4118" name="Group 85">
            <a:extLst>
              <a:ext uri="{FF2B5EF4-FFF2-40B4-BE49-F238E27FC236}">
                <a16:creationId xmlns:a16="http://schemas.microsoft.com/office/drawing/2014/main" id="{BD0ED4DD-8C55-6BF3-6C4D-29F8EEB9CF4C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3160713"/>
            <a:ext cx="431800" cy="2646362"/>
            <a:chOff x="3878" y="890"/>
            <a:chExt cx="272" cy="1667"/>
          </a:xfrm>
        </p:grpSpPr>
        <p:sp>
          <p:nvSpPr>
            <p:cNvPr id="4119" name="Rectangle 86">
              <a:extLst>
                <a:ext uri="{FF2B5EF4-FFF2-40B4-BE49-F238E27FC236}">
                  <a16:creationId xmlns:a16="http://schemas.microsoft.com/office/drawing/2014/main" id="{C6469415-B2CE-D7A5-7A79-0553EB1072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8" y="1095"/>
              <a:ext cx="272" cy="243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20" name="Rectangle 87">
              <a:extLst>
                <a:ext uri="{FF2B5EF4-FFF2-40B4-BE49-F238E27FC236}">
                  <a16:creationId xmlns:a16="http://schemas.microsoft.com/office/drawing/2014/main" id="{FCCBDF14-7D87-1F4C-953B-6CEE48CC3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8" y="1338"/>
              <a:ext cx="272" cy="24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21" name="Rectangle 88">
              <a:extLst>
                <a:ext uri="{FF2B5EF4-FFF2-40B4-BE49-F238E27FC236}">
                  <a16:creationId xmlns:a16="http://schemas.microsoft.com/office/drawing/2014/main" id="{0869447A-ED9C-5A8F-C41C-16AD364DFB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8" y="1582"/>
              <a:ext cx="272" cy="243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22" name="Rectangle 89">
              <a:extLst>
                <a:ext uri="{FF2B5EF4-FFF2-40B4-BE49-F238E27FC236}">
                  <a16:creationId xmlns:a16="http://schemas.microsoft.com/office/drawing/2014/main" id="{0A948AB6-D1DF-37BE-5247-F659D0D93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8" y="1825"/>
              <a:ext cx="272" cy="245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23" name="Rectangle 90">
              <a:extLst>
                <a:ext uri="{FF2B5EF4-FFF2-40B4-BE49-F238E27FC236}">
                  <a16:creationId xmlns:a16="http://schemas.microsoft.com/office/drawing/2014/main" id="{5F07881A-B86F-41B7-501A-E5DCA42AB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8" y="2070"/>
              <a:ext cx="272" cy="243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zh-CN" sz="1000" b="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1000" b="0" baseline="-3000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1800" b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24" name="Rectangle 91">
              <a:extLst>
                <a:ext uri="{FF2B5EF4-FFF2-40B4-BE49-F238E27FC236}">
                  <a16:creationId xmlns:a16="http://schemas.microsoft.com/office/drawing/2014/main" id="{144B3CEA-30A8-BD6A-BE6A-D4D867E40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8" y="2313"/>
              <a:ext cx="272" cy="24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zh-CN" sz="1000" b="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a</a:t>
              </a:r>
              <a:endParaRPr kumimoji="0" lang="en-US" altLang="zh-CN" sz="1800" b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25" name="Rectangle 92">
              <a:extLst>
                <a:ext uri="{FF2B5EF4-FFF2-40B4-BE49-F238E27FC236}">
                  <a16:creationId xmlns:a16="http://schemas.microsoft.com/office/drawing/2014/main" id="{CB0B78EC-17EE-F2EE-C4AE-5E6033BC1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8" y="890"/>
              <a:ext cx="272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zh-CN" sz="180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4126" name="Rectangle 93">
              <a:extLst>
                <a:ext uri="{FF2B5EF4-FFF2-40B4-BE49-F238E27FC236}">
                  <a16:creationId xmlns:a16="http://schemas.microsoft.com/office/drawing/2014/main" id="{9940DE79-65DC-15D3-A4DF-1D141FDEF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8" y="1095"/>
              <a:ext cx="272" cy="243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27" name="Rectangle 94">
              <a:extLst>
                <a:ext uri="{FF2B5EF4-FFF2-40B4-BE49-F238E27FC236}">
                  <a16:creationId xmlns:a16="http://schemas.microsoft.com/office/drawing/2014/main" id="{922B5A87-960A-62FC-D596-D2B467097D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8" y="1338"/>
              <a:ext cx="272" cy="24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28" name="Rectangle 95">
              <a:extLst>
                <a:ext uri="{FF2B5EF4-FFF2-40B4-BE49-F238E27FC236}">
                  <a16:creationId xmlns:a16="http://schemas.microsoft.com/office/drawing/2014/main" id="{2DD3EF3B-CA64-0995-1FB7-B29C36E2A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8" y="1582"/>
              <a:ext cx="272" cy="243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29" name="Rectangle 96">
              <a:extLst>
                <a:ext uri="{FF2B5EF4-FFF2-40B4-BE49-F238E27FC236}">
                  <a16:creationId xmlns:a16="http://schemas.microsoft.com/office/drawing/2014/main" id="{7AF446B2-9776-B724-9CD1-7D6AC52567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8" y="1825"/>
              <a:ext cx="272" cy="245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30" name="Rectangle 97">
              <a:extLst>
                <a:ext uri="{FF2B5EF4-FFF2-40B4-BE49-F238E27FC236}">
                  <a16:creationId xmlns:a16="http://schemas.microsoft.com/office/drawing/2014/main" id="{852AB306-6E9F-3DC1-0232-AC3E40FA5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8" y="2070"/>
              <a:ext cx="272" cy="243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zh-CN" sz="200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aseline="-3000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200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31" name="Rectangle 98">
              <a:extLst>
                <a:ext uri="{FF2B5EF4-FFF2-40B4-BE49-F238E27FC236}">
                  <a16:creationId xmlns:a16="http://schemas.microsoft.com/office/drawing/2014/main" id="{9CB1C4CD-BDEA-6695-64A4-EC3F8EC8B5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8" y="2313"/>
              <a:ext cx="272" cy="24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zh-CN" sz="200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4132" name="Group 99">
            <a:extLst>
              <a:ext uri="{FF2B5EF4-FFF2-40B4-BE49-F238E27FC236}">
                <a16:creationId xmlns:a16="http://schemas.microsoft.com/office/drawing/2014/main" id="{35C77F7C-05AB-C4CD-B068-B9489B6FB520}"/>
              </a:ext>
            </a:extLst>
          </p:cNvPr>
          <p:cNvGrpSpPr>
            <a:grpSpLocks/>
          </p:cNvGrpSpPr>
          <p:nvPr/>
        </p:nvGrpSpPr>
        <p:grpSpPr bwMode="auto">
          <a:xfrm>
            <a:off x="9263063" y="3160714"/>
            <a:ext cx="431800" cy="2700337"/>
            <a:chOff x="5057" y="890"/>
            <a:chExt cx="272" cy="1701"/>
          </a:xfrm>
        </p:grpSpPr>
        <p:sp>
          <p:nvSpPr>
            <p:cNvPr id="4133" name="Rectangle 100">
              <a:extLst>
                <a:ext uri="{FF2B5EF4-FFF2-40B4-BE49-F238E27FC236}">
                  <a16:creationId xmlns:a16="http://schemas.microsoft.com/office/drawing/2014/main" id="{F476BC12-7314-4C3B-19B4-68C0BEE995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596"/>
              <a:ext cx="272" cy="249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34" name="Rectangle 101">
              <a:extLst>
                <a:ext uri="{FF2B5EF4-FFF2-40B4-BE49-F238E27FC236}">
                  <a16:creationId xmlns:a16="http://schemas.microsoft.com/office/drawing/2014/main" id="{B24DDBF1-3B44-AC32-ECCA-3CBA0AC5B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45"/>
              <a:ext cx="272" cy="249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35" name="Rectangle 102">
              <a:extLst>
                <a:ext uri="{FF2B5EF4-FFF2-40B4-BE49-F238E27FC236}">
                  <a16:creationId xmlns:a16="http://schemas.microsoft.com/office/drawing/2014/main" id="{AFAAC9A2-EAA9-55F9-5CFC-F9BCE4B94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2094"/>
              <a:ext cx="272" cy="249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36" name="Rectangle 103">
              <a:extLst>
                <a:ext uri="{FF2B5EF4-FFF2-40B4-BE49-F238E27FC236}">
                  <a16:creationId xmlns:a16="http://schemas.microsoft.com/office/drawing/2014/main" id="{8A0E988D-979A-E731-1CD1-DC0FDC90D8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2343"/>
              <a:ext cx="272" cy="24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37" name="Rectangle 104">
              <a:extLst>
                <a:ext uri="{FF2B5EF4-FFF2-40B4-BE49-F238E27FC236}">
                  <a16:creationId xmlns:a16="http://schemas.microsoft.com/office/drawing/2014/main" id="{A77B84B9-2D6F-6B35-A648-69CFB7FFA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100"/>
              <a:ext cx="272" cy="24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38" name="Rectangle 105">
              <a:extLst>
                <a:ext uri="{FF2B5EF4-FFF2-40B4-BE49-F238E27FC236}">
                  <a16:creationId xmlns:a16="http://schemas.microsoft.com/office/drawing/2014/main" id="{5088CB9D-F9A2-0747-7415-7D1EB05B1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348"/>
              <a:ext cx="272" cy="24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39" name="Rectangle 106">
              <a:extLst>
                <a:ext uri="{FF2B5EF4-FFF2-40B4-BE49-F238E27FC236}">
                  <a16:creationId xmlns:a16="http://schemas.microsoft.com/office/drawing/2014/main" id="{C5FF8A4A-2502-7495-40C9-0BB08EB34F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890"/>
              <a:ext cx="272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zh-CN" sz="180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4140" name="Rectangle 107">
              <a:extLst>
                <a:ext uri="{FF2B5EF4-FFF2-40B4-BE49-F238E27FC236}">
                  <a16:creationId xmlns:a16="http://schemas.microsoft.com/office/drawing/2014/main" id="{201A2BBF-81A3-6B95-08EB-A0BA9E8EAD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596"/>
              <a:ext cx="272" cy="249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41" name="Rectangle 108">
              <a:extLst>
                <a:ext uri="{FF2B5EF4-FFF2-40B4-BE49-F238E27FC236}">
                  <a16:creationId xmlns:a16="http://schemas.microsoft.com/office/drawing/2014/main" id="{E55338CC-3DBA-FA7D-D3DF-1DBECD9920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8"/>
              <a:ext cx="272" cy="25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42" name="Rectangle 109">
              <a:extLst>
                <a:ext uri="{FF2B5EF4-FFF2-40B4-BE49-F238E27FC236}">
                  <a16:creationId xmlns:a16="http://schemas.microsoft.com/office/drawing/2014/main" id="{5752AE0A-B98E-EF0C-E661-3060785702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2094"/>
              <a:ext cx="272" cy="249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43" name="Rectangle 110">
              <a:extLst>
                <a:ext uri="{FF2B5EF4-FFF2-40B4-BE49-F238E27FC236}">
                  <a16:creationId xmlns:a16="http://schemas.microsoft.com/office/drawing/2014/main" id="{5C9B3852-882F-87AB-A9DE-C1A2D400D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2343"/>
              <a:ext cx="272" cy="24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44" name="Rectangle 111">
              <a:extLst>
                <a:ext uri="{FF2B5EF4-FFF2-40B4-BE49-F238E27FC236}">
                  <a16:creationId xmlns:a16="http://schemas.microsoft.com/office/drawing/2014/main" id="{9CB0018F-07EB-211B-E34D-CF5C7E169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100"/>
              <a:ext cx="272" cy="24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45" name="Rectangle 112">
              <a:extLst>
                <a:ext uri="{FF2B5EF4-FFF2-40B4-BE49-F238E27FC236}">
                  <a16:creationId xmlns:a16="http://schemas.microsoft.com/office/drawing/2014/main" id="{6DCF7FB0-B131-7528-8AD1-5BC1BD06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348"/>
              <a:ext cx="272" cy="24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</p:grpSp>
      <p:grpSp>
        <p:nvGrpSpPr>
          <p:cNvPr id="4146" name="Group 113">
            <a:extLst>
              <a:ext uri="{FF2B5EF4-FFF2-40B4-BE49-F238E27FC236}">
                <a16:creationId xmlns:a16="http://schemas.microsoft.com/office/drawing/2014/main" id="{D5B6DFB2-07DF-F11E-52F1-F97391992415}"/>
              </a:ext>
            </a:extLst>
          </p:cNvPr>
          <p:cNvGrpSpPr>
            <a:grpSpLocks/>
          </p:cNvGrpSpPr>
          <p:nvPr/>
        </p:nvGrpSpPr>
        <p:grpSpPr bwMode="auto">
          <a:xfrm>
            <a:off x="7967663" y="3160714"/>
            <a:ext cx="431800" cy="2663825"/>
            <a:chOff x="4241" y="890"/>
            <a:chExt cx="272" cy="1735"/>
          </a:xfrm>
        </p:grpSpPr>
        <p:sp>
          <p:nvSpPr>
            <p:cNvPr id="4147" name="Rectangle 114">
              <a:extLst>
                <a:ext uri="{FF2B5EF4-FFF2-40B4-BE49-F238E27FC236}">
                  <a16:creationId xmlns:a16="http://schemas.microsoft.com/office/drawing/2014/main" id="{F01E4570-25EC-7103-CEFE-FF4FDF1D6B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" y="1357"/>
              <a:ext cx="272" cy="25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48" name="Rectangle 115">
              <a:extLst>
                <a:ext uri="{FF2B5EF4-FFF2-40B4-BE49-F238E27FC236}">
                  <a16:creationId xmlns:a16="http://schemas.microsoft.com/office/drawing/2014/main" id="{4305ADAC-E2CD-5247-C4FD-2C7AFD6AD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" y="1611"/>
              <a:ext cx="272" cy="253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49" name="Rectangle 116">
              <a:extLst>
                <a:ext uri="{FF2B5EF4-FFF2-40B4-BE49-F238E27FC236}">
                  <a16:creationId xmlns:a16="http://schemas.microsoft.com/office/drawing/2014/main" id="{EEC21A72-E300-8E43-C6F7-DB4CBA0DD2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" y="1864"/>
              <a:ext cx="272" cy="25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50" name="Rectangle 117">
              <a:extLst>
                <a:ext uri="{FF2B5EF4-FFF2-40B4-BE49-F238E27FC236}">
                  <a16:creationId xmlns:a16="http://schemas.microsoft.com/office/drawing/2014/main" id="{645F113C-280E-4908-0573-2E2209ADB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" y="2118"/>
              <a:ext cx="272" cy="25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51" name="Rectangle 118">
              <a:extLst>
                <a:ext uri="{FF2B5EF4-FFF2-40B4-BE49-F238E27FC236}">
                  <a16:creationId xmlns:a16="http://schemas.microsoft.com/office/drawing/2014/main" id="{3B8948B3-6F31-312A-4155-1C52260E96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" y="2372"/>
              <a:ext cx="272" cy="253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zh-CN" altLang="en-US" sz="1000" b="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＋</a:t>
              </a:r>
              <a:endParaRPr kumimoji="0" lang="zh-CN" altLang="en-US" sz="1800" b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52" name="Rectangle 119">
              <a:extLst>
                <a:ext uri="{FF2B5EF4-FFF2-40B4-BE49-F238E27FC236}">
                  <a16:creationId xmlns:a16="http://schemas.microsoft.com/office/drawing/2014/main" id="{9D3FCC70-978A-B1FD-FD03-4B990DE87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" y="1104"/>
              <a:ext cx="272" cy="253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53" name="Rectangle 120">
              <a:extLst>
                <a:ext uri="{FF2B5EF4-FFF2-40B4-BE49-F238E27FC236}">
                  <a16:creationId xmlns:a16="http://schemas.microsoft.com/office/drawing/2014/main" id="{B56C5B3D-F59F-C6B4-913E-A9DCB3BE5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" y="890"/>
              <a:ext cx="272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zh-CN" sz="180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4154" name="Rectangle 121">
              <a:extLst>
                <a:ext uri="{FF2B5EF4-FFF2-40B4-BE49-F238E27FC236}">
                  <a16:creationId xmlns:a16="http://schemas.microsoft.com/office/drawing/2014/main" id="{103A6373-FE28-B697-828A-30CC774CE4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" y="1357"/>
              <a:ext cx="272" cy="25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55" name="Rectangle 122">
              <a:extLst>
                <a:ext uri="{FF2B5EF4-FFF2-40B4-BE49-F238E27FC236}">
                  <a16:creationId xmlns:a16="http://schemas.microsoft.com/office/drawing/2014/main" id="{331E5D43-D362-0201-F51D-A18BE25DF9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" y="1611"/>
              <a:ext cx="272" cy="253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56" name="Rectangle 123">
              <a:extLst>
                <a:ext uri="{FF2B5EF4-FFF2-40B4-BE49-F238E27FC236}">
                  <a16:creationId xmlns:a16="http://schemas.microsoft.com/office/drawing/2014/main" id="{ED676065-2352-CCB4-C388-E590D9AC98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" y="1864"/>
              <a:ext cx="272" cy="25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57" name="Rectangle 124">
              <a:extLst>
                <a:ext uri="{FF2B5EF4-FFF2-40B4-BE49-F238E27FC236}">
                  <a16:creationId xmlns:a16="http://schemas.microsoft.com/office/drawing/2014/main" id="{5D4E3211-C3B2-2FE8-03CE-35D1A07B92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" y="2118"/>
              <a:ext cx="272" cy="25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58" name="Rectangle 125">
              <a:extLst>
                <a:ext uri="{FF2B5EF4-FFF2-40B4-BE49-F238E27FC236}">
                  <a16:creationId xmlns:a16="http://schemas.microsoft.com/office/drawing/2014/main" id="{829C85D4-BE99-4530-2A8E-B2434F9B2C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" y="2372"/>
              <a:ext cx="272" cy="253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zh-CN" altLang="en-US" sz="200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＋</a:t>
              </a:r>
            </a:p>
          </p:txBody>
        </p:sp>
        <p:sp>
          <p:nvSpPr>
            <p:cNvPr id="4159" name="Rectangle 126">
              <a:extLst>
                <a:ext uri="{FF2B5EF4-FFF2-40B4-BE49-F238E27FC236}">
                  <a16:creationId xmlns:a16="http://schemas.microsoft.com/office/drawing/2014/main" id="{3C47B2A6-8503-CC95-D7C9-D88581C013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" y="1104"/>
              <a:ext cx="272" cy="253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</p:grpSp>
      <p:sp>
        <p:nvSpPr>
          <p:cNvPr id="4160" name="AutoShape 127">
            <a:extLst>
              <a:ext uri="{FF2B5EF4-FFF2-40B4-BE49-F238E27FC236}">
                <a16:creationId xmlns:a16="http://schemas.microsoft.com/office/drawing/2014/main" id="{AF4C09BF-1EDF-25EA-B967-6AAA64DDC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3925" y="4745038"/>
            <a:ext cx="228600" cy="196850"/>
          </a:xfrm>
          <a:prstGeom prst="rightArrow">
            <a:avLst>
              <a:gd name="adj1" fmla="val 50000"/>
              <a:gd name="adj2" fmla="val 29032"/>
            </a:avLst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161" name="AutoShape 128">
            <a:extLst>
              <a:ext uri="{FF2B5EF4-FFF2-40B4-BE49-F238E27FC236}">
                <a16:creationId xmlns:a16="http://schemas.microsoft.com/office/drawing/2014/main" id="{3152B600-1D5C-063A-5DF6-18DB1D811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00" y="4672013"/>
            <a:ext cx="228600" cy="196850"/>
          </a:xfrm>
          <a:prstGeom prst="rightArrow">
            <a:avLst>
              <a:gd name="adj1" fmla="val 50000"/>
              <a:gd name="adj2" fmla="val 29032"/>
            </a:avLst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zh-CN" altLang="en-US" sz="440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4162" name="Group 129">
            <a:extLst>
              <a:ext uri="{FF2B5EF4-FFF2-40B4-BE49-F238E27FC236}">
                <a16:creationId xmlns:a16="http://schemas.microsoft.com/office/drawing/2014/main" id="{32506803-B225-39DF-9735-F8F40570522C}"/>
              </a:ext>
            </a:extLst>
          </p:cNvPr>
          <p:cNvGrpSpPr>
            <a:grpSpLocks/>
          </p:cNvGrpSpPr>
          <p:nvPr/>
        </p:nvGrpSpPr>
        <p:grpSpPr bwMode="auto">
          <a:xfrm>
            <a:off x="9839325" y="3160714"/>
            <a:ext cx="431800" cy="2663825"/>
            <a:chOff x="5420" y="890"/>
            <a:chExt cx="227" cy="1735"/>
          </a:xfrm>
        </p:grpSpPr>
        <p:sp>
          <p:nvSpPr>
            <p:cNvPr id="4163" name="Rectangle 130">
              <a:extLst>
                <a:ext uri="{FF2B5EF4-FFF2-40B4-BE49-F238E27FC236}">
                  <a16:creationId xmlns:a16="http://schemas.microsoft.com/office/drawing/2014/main" id="{36C721B0-4A16-FBB0-43F8-C7D0144A9E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890"/>
              <a:ext cx="227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kumimoji="0" lang="en-US" altLang="zh-CN" sz="1800">
                  <a:latin typeface="等线 Light" panose="02010600030101010101" pitchFamily="2" charset="-122"/>
                  <a:ea typeface="等线 Light" panose="02010600030101010101" pitchFamily="2" charset="-122"/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4164" name="Rectangle 131">
              <a:extLst>
                <a:ext uri="{FF2B5EF4-FFF2-40B4-BE49-F238E27FC236}">
                  <a16:creationId xmlns:a16="http://schemas.microsoft.com/office/drawing/2014/main" id="{51455BCF-75E4-6984-E00E-A8C149CFBE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1104"/>
              <a:ext cx="227" cy="253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65" name="Rectangle 132">
              <a:extLst>
                <a:ext uri="{FF2B5EF4-FFF2-40B4-BE49-F238E27FC236}">
                  <a16:creationId xmlns:a16="http://schemas.microsoft.com/office/drawing/2014/main" id="{3BEA1CF2-62B6-D900-AB56-FEA3928A6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1357"/>
              <a:ext cx="227" cy="25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66" name="Rectangle 133">
              <a:extLst>
                <a:ext uri="{FF2B5EF4-FFF2-40B4-BE49-F238E27FC236}">
                  <a16:creationId xmlns:a16="http://schemas.microsoft.com/office/drawing/2014/main" id="{34B2C821-BE1E-6C74-975C-E8E868F9F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1611"/>
              <a:ext cx="227" cy="253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67" name="Rectangle 134">
              <a:extLst>
                <a:ext uri="{FF2B5EF4-FFF2-40B4-BE49-F238E27FC236}">
                  <a16:creationId xmlns:a16="http://schemas.microsoft.com/office/drawing/2014/main" id="{C19B5329-F148-7153-3AFB-E3132C0E6F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1864"/>
              <a:ext cx="227" cy="25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68" name="Rectangle 135">
              <a:extLst>
                <a:ext uri="{FF2B5EF4-FFF2-40B4-BE49-F238E27FC236}">
                  <a16:creationId xmlns:a16="http://schemas.microsoft.com/office/drawing/2014/main" id="{1F1AB293-0F94-F2DF-CDF5-B79B8B611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118"/>
              <a:ext cx="227" cy="25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69" name="Rectangle 136">
              <a:extLst>
                <a:ext uri="{FF2B5EF4-FFF2-40B4-BE49-F238E27FC236}">
                  <a16:creationId xmlns:a16="http://schemas.microsoft.com/office/drawing/2014/main" id="{D6808024-D32D-3AA7-AD83-6B0614B8A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372"/>
              <a:ext cx="227" cy="253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70" name="Rectangle 137">
              <a:extLst>
                <a:ext uri="{FF2B5EF4-FFF2-40B4-BE49-F238E27FC236}">
                  <a16:creationId xmlns:a16="http://schemas.microsoft.com/office/drawing/2014/main" id="{DA7C5A26-65DC-A476-13DD-191E5BE473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1104"/>
              <a:ext cx="227" cy="253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71" name="Rectangle 138">
              <a:extLst>
                <a:ext uri="{FF2B5EF4-FFF2-40B4-BE49-F238E27FC236}">
                  <a16:creationId xmlns:a16="http://schemas.microsoft.com/office/drawing/2014/main" id="{CB1500B9-3660-F40D-4DF9-430F5A0F1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1357"/>
              <a:ext cx="227" cy="25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72" name="Rectangle 139">
              <a:extLst>
                <a:ext uri="{FF2B5EF4-FFF2-40B4-BE49-F238E27FC236}">
                  <a16:creationId xmlns:a16="http://schemas.microsoft.com/office/drawing/2014/main" id="{8CAA04D5-4600-3BE4-FCF6-693BBAF1C8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1611"/>
              <a:ext cx="227" cy="253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73" name="Rectangle 140">
              <a:extLst>
                <a:ext uri="{FF2B5EF4-FFF2-40B4-BE49-F238E27FC236}">
                  <a16:creationId xmlns:a16="http://schemas.microsoft.com/office/drawing/2014/main" id="{39FAD5B8-5C5B-76EB-44FC-6A9B1BCCE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1864"/>
              <a:ext cx="227" cy="25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74" name="Rectangle 141">
              <a:extLst>
                <a:ext uri="{FF2B5EF4-FFF2-40B4-BE49-F238E27FC236}">
                  <a16:creationId xmlns:a16="http://schemas.microsoft.com/office/drawing/2014/main" id="{A5EA4EE7-371D-BF5E-B27E-0AEFEFD78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118"/>
              <a:ext cx="227" cy="25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  <p:sp>
          <p:nvSpPr>
            <p:cNvPr id="4175" name="Rectangle 142">
              <a:extLst>
                <a:ext uri="{FF2B5EF4-FFF2-40B4-BE49-F238E27FC236}">
                  <a16:creationId xmlns:a16="http://schemas.microsoft.com/office/drawing/2014/main" id="{B34CF721-7BD8-9BDA-B38B-1E644EFD96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372"/>
              <a:ext cx="227" cy="253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zh-CN" altLang="en-US" sz="4400">
                <a:solidFill>
                  <a:schemeClr val="tx2"/>
                </a:solidFill>
                <a:latin typeface="等线 Light" panose="02010600030101010101" pitchFamily="2" charset="-122"/>
                <a:ea typeface="等线 Light" panose="02010600030101010101" pitchFamily="2" charset="-122"/>
              </a:endParaRPr>
            </a:p>
          </p:txBody>
        </p:sp>
      </p:grpSp>
      <p:sp>
        <p:nvSpPr>
          <p:cNvPr id="4176" name="Rectangle 143">
            <a:extLst>
              <a:ext uri="{FF2B5EF4-FFF2-40B4-BE49-F238E27FC236}">
                <a16:creationId xmlns:a16="http://schemas.microsoft.com/office/drawing/2014/main" id="{0BEA73A1-20BF-6FA2-4002-79F9355E7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326" y="5012854"/>
            <a:ext cx="936625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kumimoji="0" lang="en-US" altLang="zh-CN" sz="16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b*c-&gt;t</a:t>
            </a:r>
            <a:r>
              <a:rPr kumimoji="0" lang="en-US" altLang="zh-CN" sz="1600" baseline="-300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1</a:t>
            </a:r>
            <a:endParaRPr kumimoji="0" lang="en-US" altLang="zh-CN" sz="16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77" name="Rectangle 144">
            <a:extLst>
              <a:ext uri="{FF2B5EF4-FFF2-40B4-BE49-F238E27FC236}">
                <a16:creationId xmlns:a16="http://schemas.microsoft.com/office/drawing/2014/main" id="{7E43CE2F-302D-BDC9-2EA4-150EC4E5C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7328" y="5032375"/>
            <a:ext cx="93662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kumimoji="0" lang="en-US" altLang="zh-CN" sz="16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d/e-&gt;t</a:t>
            </a:r>
            <a:r>
              <a:rPr kumimoji="0" lang="en-US" altLang="zh-CN" sz="1600" baseline="-300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2</a:t>
            </a:r>
            <a:endParaRPr kumimoji="0" lang="en-US" altLang="zh-CN" sz="16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78" name="Rectangle 145">
            <a:extLst>
              <a:ext uri="{FF2B5EF4-FFF2-40B4-BE49-F238E27FC236}">
                <a16:creationId xmlns:a16="http://schemas.microsoft.com/office/drawing/2014/main" id="{4014338F-DBDF-E444-A049-D259BE543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8098" y="5086450"/>
            <a:ext cx="100806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kumimoji="0" lang="en-US" altLang="zh-CN" sz="16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600" baseline="-300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6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-t</a:t>
            </a:r>
            <a:r>
              <a:rPr kumimoji="0" lang="en-US" altLang="zh-CN" sz="1600" baseline="-300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16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-&gt;t</a:t>
            </a:r>
            <a:r>
              <a:rPr kumimoji="0" lang="en-US" altLang="zh-CN" sz="1600" baseline="-300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3</a:t>
            </a:r>
            <a:endParaRPr kumimoji="0" lang="en-US" altLang="zh-CN" sz="16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79" name="Rectangle 146">
            <a:extLst>
              <a:ext uri="{FF2B5EF4-FFF2-40B4-BE49-F238E27FC236}">
                <a16:creationId xmlns:a16="http://schemas.microsoft.com/office/drawing/2014/main" id="{492E7FAE-3001-9B9E-64A5-621DB9E2D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8025" y="5085184"/>
            <a:ext cx="107950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kumimoji="0" lang="en-US" altLang="zh-CN" sz="16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a+t</a:t>
            </a:r>
            <a:r>
              <a:rPr kumimoji="0" lang="en-US" altLang="zh-CN" sz="1600" baseline="-300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kumimoji="0" lang="en-US" altLang="zh-CN" sz="16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-&gt;t</a:t>
            </a:r>
            <a:r>
              <a:rPr kumimoji="0" lang="en-US" altLang="zh-CN" sz="1600" baseline="-300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4</a:t>
            </a:r>
            <a:endParaRPr kumimoji="0" lang="en-US" altLang="zh-CN" sz="16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80" name="Rectangle 147">
            <a:extLst>
              <a:ext uri="{FF2B5EF4-FFF2-40B4-BE49-F238E27FC236}">
                <a16:creationId xmlns:a16="http://schemas.microsoft.com/office/drawing/2014/main" id="{2202ECD1-9AAD-276E-01DD-51BA56879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3463" y="6309568"/>
            <a:ext cx="4106862" cy="431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kumimoji="0" lang="en-US" altLang="zh-CN" sz="18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：数栈            </a:t>
            </a:r>
            <a:r>
              <a:rPr kumimoji="0" lang="en-US" altLang="zh-CN" sz="18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kumimoji="0" lang="zh-CN" altLang="en-US" sz="18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  <a:cs typeface="Times New Roman" panose="02020603050405020304" pitchFamily="18" charset="0"/>
              </a:rPr>
              <a:t>：运算符</a:t>
            </a:r>
          </a:p>
        </p:txBody>
      </p:sp>
      <p:sp>
        <p:nvSpPr>
          <p:cNvPr id="4181" name="Rectangle 148">
            <a:extLst>
              <a:ext uri="{FF2B5EF4-FFF2-40B4-BE49-F238E27FC236}">
                <a16:creationId xmlns:a16="http://schemas.microsoft.com/office/drawing/2014/main" id="{D61F81DB-4CEB-1132-74E9-0047D8D88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2164" y="5897563"/>
            <a:ext cx="80660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kumimoji="0" lang="zh-CN" altLang="en-US" sz="1000" b="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(a)             </a:t>
            </a:r>
            <a:r>
              <a:rPr kumimoji="0" lang="zh-CN" altLang="en-US" sz="18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　　    </a:t>
            </a:r>
            <a:r>
              <a:rPr kumimoji="0" lang="en-US" altLang="zh-CN" sz="18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(b)          </a:t>
            </a:r>
            <a:r>
              <a:rPr kumimoji="0" lang="zh-CN" altLang="en-US" sz="18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　　　   </a:t>
            </a:r>
            <a:r>
              <a:rPr kumimoji="0" lang="en-US" altLang="zh-CN" sz="18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(c)               </a:t>
            </a:r>
            <a:r>
              <a:rPr kumimoji="0" lang="zh-CN" altLang="en-US" sz="18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　　　 </a:t>
            </a:r>
            <a:r>
              <a:rPr kumimoji="0" lang="en-US" altLang="zh-CN" sz="18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(d)              </a:t>
            </a:r>
            <a:r>
              <a:rPr kumimoji="0" lang="zh-CN" altLang="en-US" sz="18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　    　</a:t>
            </a:r>
            <a:r>
              <a:rPr kumimoji="0" lang="en-US" altLang="zh-CN" sz="18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(e)</a:t>
            </a:r>
          </a:p>
        </p:txBody>
      </p:sp>
      <p:sp>
        <p:nvSpPr>
          <p:cNvPr id="4182" name="Text Box 149">
            <a:extLst>
              <a:ext uri="{FF2B5EF4-FFF2-40B4-BE49-F238E27FC236}">
                <a16:creationId xmlns:a16="http://schemas.microsoft.com/office/drawing/2014/main" id="{4BF84F84-CB06-026E-52CD-4B5F34A61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1800" y="6256339"/>
            <a:ext cx="1532792" cy="43088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kumimoji="0" lang="zh-CN" altLang="en-US" sz="2200" b="0" dirty="0">
                <a:latin typeface="Arial" panose="020B0604020202020204" pitchFamily="34" charset="0"/>
              </a:rPr>
              <a:t> </a:t>
            </a:r>
            <a:r>
              <a:rPr kumimoji="0" lang="zh-CN" altLang="en-US" sz="1800" b="0" dirty="0">
                <a:solidFill>
                  <a:srgbClr val="0000CC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表达式运算</a:t>
            </a:r>
            <a:r>
              <a:rPr kumimoji="0" lang="zh-CN" altLang="en-US" sz="1800" b="0" dirty="0">
                <a:latin typeface="等线 Light" panose="02010600030101010101" pitchFamily="2" charset="-122"/>
                <a:ea typeface="等线 Light" panose="02010600030101010101" pitchFamily="2" charset="-122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3">
            <a:extLst>
              <a:ext uri="{FF2B5EF4-FFF2-40B4-BE49-F238E27FC236}">
                <a16:creationId xmlns:a16="http://schemas.microsoft.com/office/drawing/2014/main" id="{F630ACB1-1EE7-5DD6-F104-AACC1194A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1094541"/>
            <a:ext cx="11665295" cy="40626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innerShdw blurRad="114300">
              <a:schemeClr val="tx2"/>
            </a:innerShdw>
          </a:effec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spcBef>
                <a:spcPct val="0"/>
              </a:spcBef>
              <a:buSzTx/>
              <a:buNone/>
            </a:pPr>
            <a:endParaRPr lang="en-US" altLang="zh-CN" sz="18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 algn="just" eaLnBrk="1" hangingPunct="1">
              <a:buNone/>
              <a:defRPr/>
            </a:pP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模拟简单计算器，该计算器只认 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+ - * /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四个运算符，输入为整数。表达式结束符使用＝号，清空栈</a:t>
            </a:r>
            <a:endParaRPr lang="en-US" altLang="zh-CN" sz="18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 algn="just" eaLnBrk="1" hangingPunct="1"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用 ‘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c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’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字符。使用 ‘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z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’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字符表示结束。</a:t>
            </a:r>
          </a:p>
          <a:p>
            <a:pPr marL="0" indent="0" algn="just" eaLnBrk="1" hangingPunct="1">
              <a:buNone/>
              <a:defRPr/>
            </a:pPr>
            <a:endParaRPr lang="zh-CN" altLang="en-US" sz="18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 algn="just" eaLnBrk="1" hangingPunct="1">
              <a:buNone/>
              <a:defRPr/>
            </a:pPr>
            <a:r>
              <a:rPr lang="zh-CN" altLang="en-US" sz="1800" b="0" dirty="0">
                <a:solidFill>
                  <a:schemeClr val="accent1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    简易计算器类定义：                                            </a:t>
            </a:r>
            <a:r>
              <a:rPr lang="en-US" altLang="zh-CN" sz="1800" b="0" i="1" dirty="0">
                <a:solidFill>
                  <a:srgbClr val="C00000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// Calculator.cpp</a:t>
            </a:r>
          </a:p>
          <a:p>
            <a:pPr marL="0" indent="0" eaLnBrk="1" hangingPunct="1">
              <a:buNone/>
              <a:defRPr/>
            </a:pP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class Calculator  </a:t>
            </a:r>
          </a:p>
          <a:p>
            <a:pPr marL="0" indent="0" eaLnBrk="1" hangingPunct="1"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{   Stack 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Nstack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;            </a:t>
            </a:r>
            <a:r>
              <a:rPr lang="en-US" altLang="zh-CN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//  </a:t>
            </a:r>
            <a:r>
              <a:rPr lang="zh-CN" altLang="en-US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处理操作数</a:t>
            </a:r>
          </a:p>
          <a:p>
            <a:pPr marL="0" indent="0" eaLnBrk="1" hangingPunct="1"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 Stack 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Ostack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;            </a:t>
            </a:r>
            <a:r>
              <a:rPr lang="en-US" altLang="zh-CN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//  </a:t>
            </a:r>
            <a:r>
              <a:rPr lang="zh-CN" altLang="en-US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处理运算符</a:t>
            </a:r>
          </a:p>
          <a:p>
            <a:pPr marL="0" indent="0" eaLnBrk="1" hangingPunct="1">
              <a:buNone/>
              <a:defRPr/>
            </a:pP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public:</a:t>
            </a:r>
          </a:p>
          <a:p>
            <a:pPr marL="0" indent="0" eaLnBrk="1" hangingPunct="1"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 ……	</a:t>
            </a:r>
          </a:p>
          <a:p>
            <a:pPr marL="0" indent="0" eaLnBrk="1" hangingPunct="1"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};</a:t>
            </a:r>
          </a:p>
          <a:p>
            <a:pPr marL="0" indent="0" eaLnBrk="1" hangingPunct="1">
              <a:buNone/>
              <a:defRPr/>
            </a:pPr>
            <a:endParaRPr lang="en-US" altLang="zh-CN" sz="20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6DF3FB-512C-AE00-C271-AEB71762A9A0}"/>
              </a:ext>
            </a:extLst>
          </p:cNvPr>
          <p:cNvSpPr txBox="1"/>
          <p:nvPr/>
        </p:nvSpPr>
        <p:spPr>
          <a:xfrm>
            <a:off x="2423592" y="468205"/>
            <a:ext cx="10081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第 </a:t>
            </a:r>
            <a:r>
              <a:rPr lang="en-US" altLang="zh-CN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18 </a:t>
            </a:r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次实验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B2820C-6F6C-32A9-2CC9-3CCA93A87836}"/>
              </a:ext>
            </a:extLst>
          </p:cNvPr>
          <p:cNvSpPr txBox="1"/>
          <p:nvPr/>
        </p:nvSpPr>
        <p:spPr>
          <a:xfrm>
            <a:off x="6240016" y="468205"/>
            <a:ext cx="22204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基础训练 </a:t>
            </a:r>
            <a:r>
              <a:rPr lang="en-US" altLang="zh-CN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– </a:t>
            </a:r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面向对象基本概念 等</a:t>
            </a:r>
          </a:p>
        </p:txBody>
      </p:sp>
    </p:spTree>
    <p:extLst>
      <p:ext uri="{BB962C8B-B14F-4D97-AF65-F5344CB8AC3E}">
        <p14:creationId xmlns:p14="http://schemas.microsoft.com/office/powerpoint/2010/main" val="1414069892"/>
      </p:ext>
    </p:extLst>
  </p:cSld>
  <p:clrMapOvr>
    <a:masterClrMapping/>
  </p:clrMapOvr>
</p:sld>
</file>

<file path=ppt/theme/theme1.xml><?xml version="1.0" encoding="utf-8"?>
<a:theme xmlns:a="http://schemas.openxmlformats.org/drawingml/2006/main" name="Sumi Painting">
  <a:themeElements>
    <a:clrScheme name="">
      <a:dk1>
        <a:srgbClr val="000000"/>
      </a:dk1>
      <a:lt1>
        <a:srgbClr val="FFFFFF"/>
      </a:lt1>
      <a:dk2>
        <a:srgbClr val="892D5B"/>
      </a:dk2>
      <a:lt2>
        <a:srgbClr val="AC3872"/>
      </a:lt2>
      <a:accent1>
        <a:srgbClr val="660066"/>
      </a:accent1>
      <a:accent2>
        <a:srgbClr val="1D04B6"/>
      </a:accent2>
      <a:accent3>
        <a:srgbClr val="FFFFFF"/>
      </a:accent3>
      <a:accent4>
        <a:srgbClr val="000000"/>
      </a:accent4>
      <a:accent5>
        <a:srgbClr val="B8AAB8"/>
      </a:accent5>
      <a:accent6>
        <a:srgbClr val="1903A5"/>
      </a:accent6>
      <a:hlink>
        <a:srgbClr val="A5112D"/>
      </a:hlink>
      <a:folHlink>
        <a:srgbClr val="F4F92D"/>
      </a:folHlink>
    </a:clrScheme>
    <a:fontScheme name="Sumi Painting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细微固体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4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4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 algn="l">
          <a:defRPr sz="2000" dirty="0" smtClean="0"/>
        </a:defPPr>
      </a:lstStyle>
    </a:txDef>
  </a:objectDefaults>
  <a:extraClrSchemeLst>
    <a:extraClrScheme>
      <a:clrScheme name="Sumi Painting 1">
        <a:dk1>
          <a:srgbClr val="545472"/>
        </a:dk1>
        <a:lt1>
          <a:srgbClr val="FFFFFF"/>
        </a:lt1>
        <a:dk2>
          <a:srgbClr val="660066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64660"/>
        </a:accent4>
        <a:accent5>
          <a:srgbClr val="D0E2E9"/>
        </a:accent5>
        <a:accent6>
          <a:srgbClr val="B4B4CA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2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64660"/>
        </a:accent4>
        <a:accent5>
          <a:srgbClr val="E1D2E2"/>
        </a:accent5>
        <a:accent6>
          <a:srgbClr val="97B9C4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8C8C8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4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660066"/>
        </a:accent1>
        <a:accent2>
          <a:srgbClr val="E2A6C4"/>
        </a:accent2>
        <a:accent3>
          <a:srgbClr val="FFFFFF"/>
        </a:accent3>
        <a:accent4>
          <a:srgbClr val="464660"/>
        </a:accent4>
        <a:accent5>
          <a:srgbClr val="B8AAB8"/>
        </a:accent5>
        <a:accent6>
          <a:srgbClr val="CD96B1"/>
        </a:accent6>
        <a:hlink>
          <a:srgbClr val="8585FF"/>
        </a:hlink>
        <a:folHlink>
          <a:srgbClr val="563EE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5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959ABF"/>
        </a:accent6>
        <a:hlink>
          <a:srgbClr val="B78AFA"/>
        </a:hlink>
        <a:folHlink>
          <a:srgbClr val="A0A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6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A6BF95"/>
        </a:accent6>
        <a:hlink>
          <a:srgbClr val="619147"/>
        </a:hlink>
        <a:folHlink>
          <a:srgbClr val="94BE7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7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64660"/>
        </a:accent4>
        <a:accent5>
          <a:srgbClr val="FBDFC2"/>
        </a:accent5>
        <a:accent6>
          <a:srgbClr val="CCBA88"/>
        </a:accent6>
        <a:hlink>
          <a:srgbClr val="7C6148"/>
        </a:hlink>
        <a:folHlink>
          <a:srgbClr val="8E85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545472"/>
    </a:dk1>
    <a:lt1>
      <a:srgbClr val="FFFFFF"/>
    </a:lt1>
    <a:dk2>
      <a:srgbClr val="892D5B"/>
    </a:dk2>
    <a:lt2>
      <a:srgbClr val="AC3872"/>
    </a:lt2>
    <a:accent1>
      <a:srgbClr val="660066"/>
    </a:accent1>
    <a:accent2>
      <a:srgbClr val="0B0193"/>
    </a:accent2>
    <a:accent3>
      <a:srgbClr val="FFFFFF"/>
    </a:accent3>
    <a:accent4>
      <a:srgbClr val="464660"/>
    </a:accent4>
    <a:accent5>
      <a:srgbClr val="B8AAB8"/>
    </a:accent5>
    <a:accent6>
      <a:srgbClr val="090185"/>
    </a:accent6>
    <a:hlink>
      <a:srgbClr val="B81302"/>
    </a:hlink>
    <a:folHlink>
      <a:srgbClr val="F0E73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Designs\Sumi Painting.pot</Template>
  <TotalTime>2455</TotalTime>
  <Words>381</Words>
  <Application>Microsoft Office PowerPoint</Application>
  <PresentationFormat>宽屏</PresentationFormat>
  <Paragraphs>74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等线 Light</vt:lpstr>
      <vt:lpstr>楷体_GB2312</vt:lpstr>
      <vt:lpstr>微软雅黑</vt:lpstr>
      <vt:lpstr>微软雅黑 Light</vt:lpstr>
      <vt:lpstr>Arial</vt:lpstr>
      <vt:lpstr>Consolas</vt:lpstr>
      <vt:lpstr>Tahoma</vt:lpstr>
      <vt:lpstr>Times New Roman</vt:lpstr>
      <vt:lpstr>Sumi Painting</vt:lpstr>
      <vt:lpstr>PowerPoint 演示文稿</vt:lpstr>
      <vt:lpstr>PowerPoint 演示文稿</vt:lpstr>
    </vt:vector>
  </TitlesOfParts>
  <Company>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第壹階段 Java入門導論 </dc:title>
  <dc:creator>A</dc:creator>
  <cp:lastModifiedBy>yi wang</cp:lastModifiedBy>
  <cp:revision>196</cp:revision>
  <dcterms:created xsi:type="dcterms:W3CDTF">2001-03-12T03:58:37Z</dcterms:created>
  <dcterms:modified xsi:type="dcterms:W3CDTF">2024-04-21T14:34:57Z</dcterms:modified>
</cp:coreProperties>
</file>