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sldIdLst>
    <p:sldId id="332" r:id="rId2"/>
    <p:sldId id="333" r:id="rId3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83432" y="404664"/>
            <a:ext cx="10969219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59696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51848711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65041"/>
            <a:ext cx="11665295" cy="55821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1.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定义一个 通用的链表类                            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generalList.cpp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template &lt;class T&gt; 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struct Node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{   T data;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Node *next;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}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template &lt;class T&gt;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class List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{   Node&lt;T&gt; *head;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public: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List() { head=NULL; }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void add(T &amp;);              </a:t>
            </a:r>
            <a:r>
              <a:rPr lang="en-US" altLang="zh-CN" sz="1600" b="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 </a:t>
            </a:r>
            <a:r>
              <a:rPr lang="zh-CN" altLang="en-US" sz="1600" b="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在链表首节点增加</a:t>
            </a:r>
            <a:endParaRPr lang="en-US" altLang="zh-CN" sz="1600" b="0" i="1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void remove(T &amp;);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Node&lt;T&gt; *find(T &amp;);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void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showList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~List();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}</a:t>
            </a:r>
          </a:p>
          <a:p>
            <a:pPr marL="0" indent="0">
              <a:lnSpc>
                <a:spcPts val="1800"/>
              </a:lnSpc>
              <a:buNone/>
              <a:defRPr/>
            </a:pP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235222"/>
            <a:ext cx="11665295" cy="41601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2.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编程序实现以下功能：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        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FileEmployee.cpp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(1)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按职工号由小到大的顺序将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5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个员工的数据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包括号码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姓名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年龄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工资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)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输出到磁盘文件中保存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(2)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从键盘输入两个员工的数据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职工号大于已有的职工号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)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，增加到文件的末尾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(3)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输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出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文件中全部职工的数据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(4)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从键盘输入一个号码，从文件中查找有无此职工号，如有则显示此职工是第几个职工，以及此职工的全部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数据。如没有，就输出“无此人”。可以反复多次查询，如果输入查找的职工号是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0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，就结束查询。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i="1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</a:t>
            </a:r>
            <a:endParaRPr lang="zh-CN" altLang="zh-CN" sz="1800" b="0" dirty="0">
              <a:solidFill>
                <a:srgbClr val="FF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1414069892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2444</TotalTime>
  <Words>272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195</cp:revision>
  <dcterms:created xsi:type="dcterms:W3CDTF">2001-03-12T03:58:37Z</dcterms:created>
  <dcterms:modified xsi:type="dcterms:W3CDTF">2024-04-21T14:26:15Z</dcterms:modified>
</cp:coreProperties>
</file>